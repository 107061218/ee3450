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03" r:id="rId1"/>
  </p:sldMasterIdLst>
  <p:notesMasterIdLst>
    <p:notesMasterId r:id="rId3"/>
  </p:notesMasterIdLst>
  <p:handoutMasterIdLst>
    <p:handoutMasterId r:id="rId4"/>
  </p:handoutMasterIdLst>
  <p:sldIdLst>
    <p:sldId id="477" r:id="rId2"/>
  </p:sldIdLst>
  <p:sldSz cx="9144000" cy="6858000" type="screen4x3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9900"/>
    <a:srgbClr val="FF00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3" autoAdjust="0"/>
    <p:restoredTop sz="94674" autoAdjust="0"/>
  </p:normalViewPr>
  <p:slideViewPr>
    <p:cSldViewPr snapToObjects="1">
      <p:cViewPr varScale="1">
        <p:scale>
          <a:sx n="124" d="100"/>
          <a:sy n="124" d="100"/>
        </p:scale>
        <p:origin x="23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handoutMaster" Target="handoutMasters/handoutMaster1.xml"/><Relationship Id="rId9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F67A87E-D959-2B4E-B5D5-8CE9350B13A5}" type="datetime3">
              <a:rPr lang="en-AU"/>
              <a:pPr>
                <a:defRPr/>
              </a:pPr>
              <a:t>26 November, 2020</a:t>
            </a:fld>
            <a:endParaRPr lang="en-AU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351E598C-01A4-1248-839E-B333CF5222B2}" type="slidenum">
              <a:rPr lang="en-AU" altLang="x-none"/>
              <a:pPr/>
              <a:t>‹#›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940A748-F47E-7046-AF4F-F637DF1D4622}" type="datetime3">
              <a:rPr lang="en-AU"/>
              <a:pPr>
                <a:defRPr/>
              </a:pPr>
              <a:t>26 November, 2020</a:t>
            </a:fld>
            <a:endParaRPr lang="en-AU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FB5FA2C7-BCDA-764A-B229-1F2D67C852BA}" type="slidenum">
              <a:rPr lang="en-AU" altLang="x-none"/>
              <a:pPr/>
              <a:t>‹#›</a:t>
            </a:fld>
            <a:endParaRPr lang="en-AU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940A748-F47E-7046-AF4F-F637DF1D4622}" type="datetime3">
              <a:rPr lang="en-AU" smtClean="0"/>
              <a:pPr>
                <a:defRPr/>
              </a:pPr>
              <a:t>26 November, 2020</a:t>
            </a:fld>
            <a:endParaRPr lang="en-AU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A2C7-BCDA-764A-B229-1F2D67C852BA}" type="slidenum">
              <a:rPr lang="en-AU" altLang="x-none" smtClean="0"/>
              <a:pPr/>
              <a:t>1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247660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A2E548-87F1-F944-831C-5B1D15313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C3BB12-14AD-0945-BDAE-FEE85C8D6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D2F7D3-F38B-2C4D-9A31-5EF38438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D7DECB-D9D5-044A-A059-BFED67DA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6817A7-51FB-4D41-8056-ABA375C3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186879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294DD1-4C02-D44A-9A7C-01974C8F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02204-22B9-834D-970F-2AADC7C5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615B10-9AE5-3E40-8707-7714E97F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E3565B-E4C2-5B48-9AA9-90B70EF3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BEDC7E-FE8B-7145-8269-CBC182A9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2308906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FE18A-1FAD-7A4B-87CF-BE3C3AE2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217A8C-39F9-F64B-9CCB-2E3B522EB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43801F-4C54-B046-BA46-91B90326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A36D60-2620-A847-ABAC-1957B22F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1E26B7-4C7E-FC44-A85F-A7C5DD50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1441389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314A0-404E-514D-BF83-1BE0D6E0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4EB43D-F81E-0447-B17C-64AD03FFF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273F2F-F027-7244-A6E8-894836D40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562A47-3BB5-1840-9C0B-55B49781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77418E-EF42-3F49-9B23-C074480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DFAC15-D188-714B-9EE1-8AB9B05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374419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F754A0-D21B-1F4D-A8AD-4EAA054E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8530FB-47CF-804B-B0FB-8DAA1156D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1A1AFE-EC4C-DF49-A3CE-3B72220E0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27096F9-DE2C-5949-A778-EC4D5A871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1E1807A-F615-5A47-B523-F2E1D4698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5CC339C-23C4-8E41-A1CB-B7DC0874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5509319-E3D3-C743-BCF2-6B3E2393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648862-987D-FC45-BB98-6CCE1779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3328782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CC7421-4BCA-004A-B042-7F1B3BCC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5F2594-AED5-874A-BB44-B8216857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ABD5B8-3E53-4B4E-81B2-CC99ED552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1B6F9E-49E9-E44B-8680-EB4F5E7B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929810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B893049-3165-E84E-B1BB-95A2F4B4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EDFEB8-5D63-0A43-83EB-908D029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1A6A17-065D-FB4B-B1E5-C29A10B4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7227332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3EBC70-0E30-4448-B12F-911D0BCB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C5F689-242B-7B47-A846-4566C8177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D3B259-7C2B-F948-AFC2-C6ACAC369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600E90-584C-B54D-BC00-A303659C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FDF4B8-7E22-244D-9166-048BAF1C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198D9D-AAD4-784E-89D3-6A47284A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920442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019D0-DFB7-DF4E-92E5-6C08A1D6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66985E4-7A0A-2743-8A3A-26F8722B5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5F2D66-7BA4-7543-B3F9-AE4A91CFE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63498A-B4A2-B344-8741-E28129E1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3B6599-BFDD-D240-B22A-187BF98A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0EEDDBE-23F2-B149-B040-E49837ED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0435496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45BC76-9AA5-9743-959F-F546D1DE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1C3A0F-D08A-F348-86B3-3B5C7DA3D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45ED9C-F9BA-4048-8A41-2EF5A8D8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D135FD-A73B-9E46-86F7-8992891E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F407EA-7E93-064A-884D-CE21B2A0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35579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D8F9DF8-441D-2B4F-8216-AA2D26446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037177-F15E-3C4D-95B4-E2E88F2BE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EC5C3B-5C42-C046-8839-B9851259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2D0632-FD5A-A44D-A98B-4A2B6212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E9F489-6FDF-E245-803B-C94B2B24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179968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12570DF-1787-3248-9FD7-B0F888D3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E21405-4341-2E44-9C5B-520B9867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56638C-8453-644D-A279-43D5F4D5F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A1736-B3EE-0448-96BC-B856187A04A3}" type="datetimeFigureOut">
              <a:rPr kumimoji="1" lang="zh-TW" altLang="en-US" smtClean="0"/>
              <a:t>2020/11/26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2B26A6-5B67-4C4C-B0A2-02DE43BB8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5DBB0D-D59F-AD4A-9578-4928AC32A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ECC98-046C-FE42-92CC-2780803A60E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59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e 219">
            <a:extLst>
              <a:ext uri="{FF2B5EF4-FFF2-40B4-BE49-F238E27FC236}">
                <a16:creationId xmlns:a16="http://schemas.microsoft.com/office/drawing/2014/main" id="{90B42629-FA36-F742-BC27-832DE48DCD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1943" y="1597696"/>
            <a:ext cx="297904" cy="158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4" name="Text Box 189">
            <a:extLst>
              <a:ext uri="{FF2B5EF4-FFF2-40B4-BE49-F238E27FC236}">
                <a16:creationId xmlns:a16="http://schemas.microsoft.com/office/drawing/2014/main" id="{E885470F-AC1C-2649-9786-9B962D04E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967" y="1726282"/>
            <a:ext cx="2809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95" name="Text Box 190">
            <a:extLst>
              <a:ext uri="{FF2B5EF4-FFF2-40B4-BE49-F238E27FC236}">
                <a16:creationId xmlns:a16="http://schemas.microsoft.com/office/drawing/2014/main" id="{DB06CD60-A92B-764A-BB12-D1507093D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217" y="1975520"/>
            <a:ext cx="5334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 b="1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Shift</a:t>
            </a:r>
          </a:p>
          <a:p>
            <a:pPr algn="ctr"/>
            <a:r>
              <a:rPr lang="en-US" altLang="zh-TW" sz="1100" b="1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left 1</a:t>
            </a:r>
          </a:p>
        </p:txBody>
      </p:sp>
      <p:sp>
        <p:nvSpPr>
          <p:cNvPr id="96" name="Oval 191">
            <a:extLst>
              <a:ext uri="{FF2B5EF4-FFF2-40B4-BE49-F238E27FC236}">
                <a16:creationId xmlns:a16="http://schemas.microsoft.com/office/drawing/2014/main" id="{B14D0C65-5A61-6443-B04B-DF4A35999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267" y="1772320"/>
            <a:ext cx="503238" cy="863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97" name="Text Box 192">
            <a:extLst>
              <a:ext uri="{FF2B5EF4-FFF2-40B4-BE49-F238E27FC236}">
                <a16:creationId xmlns:a16="http://schemas.microsoft.com/office/drawing/2014/main" id="{59601A34-C15B-B741-A0E2-CB5035985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04" y="1716757"/>
            <a:ext cx="3984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PC</a:t>
            </a:r>
          </a:p>
        </p:txBody>
      </p:sp>
      <p:sp>
        <p:nvSpPr>
          <p:cNvPr id="98" name="Rectangle 193">
            <a:extLst>
              <a:ext uri="{FF2B5EF4-FFF2-40B4-BE49-F238E27FC236}">
                <a16:creationId xmlns:a16="http://schemas.microsoft.com/office/drawing/2014/main" id="{FA2B08F3-6FE1-D84D-8ED1-2CABF3200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617" y="1513557"/>
            <a:ext cx="334963" cy="690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grpSp>
        <p:nvGrpSpPr>
          <p:cNvPr id="99" name="Group 194">
            <a:extLst>
              <a:ext uri="{FF2B5EF4-FFF2-40B4-BE49-F238E27FC236}">
                <a16:creationId xmlns:a16="http://schemas.microsoft.com/office/drawing/2014/main" id="{EDA49F16-DA0B-AB49-8D28-04797FE2E6B1}"/>
              </a:ext>
            </a:extLst>
          </p:cNvPr>
          <p:cNvGrpSpPr>
            <a:grpSpLocks/>
          </p:cNvGrpSpPr>
          <p:nvPr/>
        </p:nvGrpSpPr>
        <p:grpSpPr bwMode="auto">
          <a:xfrm>
            <a:off x="5692329" y="1426245"/>
            <a:ext cx="587375" cy="1036637"/>
            <a:chOff x="3854" y="1251"/>
            <a:chExt cx="370" cy="653"/>
          </a:xfrm>
        </p:grpSpPr>
        <p:sp>
          <p:nvSpPr>
            <p:cNvPr id="301" name="Line 195">
              <a:extLst>
                <a:ext uri="{FF2B5EF4-FFF2-40B4-BE49-F238E27FC236}">
                  <a16:creationId xmlns:a16="http://schemas.microsoft.com/office/drawing/2014/main" id="{0E0D8F08-9EA0-0547-BFB0-E1D9036D2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1251"/>
              <a:ext cx="0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2" name="Line 196">
              <a:extLst>
                <a:ext uri="{FF2B5EF4-FFF2-40B4-BE49-F238E27FC236}">
                  <a16:creationId xmlns:a16="http://schemas.microsoft.com/office/drawing/2014/main" id="{086448F3-C03D-8140-9143-61360E762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1632"/>
              <a:ext cx="0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3" name="Line 197">
              <a:extLst>
                <a:ext uri="{FF2B5EF4-FFF2-40B4-BE49-F238E27FC236}">
                  <a16:creationId xmlns:a16="http://schemas.microsoft.com/office/drawing/2014/main" id="{69BC0DD1-7068-7A4D-96AD-F31EFBF7D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1523"/>
              <a:ext cx="106" cy="5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4" name="Line 198">
              <a:extLst>
                <a:ext uri="{FF2B5EF4-FFF2-40B4-BE49-F238E27FC236}">
                  <a16:creationId xmlns:a16="http://schemas.microsoft.com/office/drawing/2014/main" id="{89D00C56-FA6C-1148-9D24-2E4F762C3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4" y="1578"/>
              <a:ext cx="106" cy="5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5" name="Line 199">
              <a:extLst>
                <a:ext uri="{FF2B5EF4-FFF2-40B4-BE49-F238E27FC236}">
                  <a16:creationId xmlns:a16="http://schemas.microsoft.com/office/drawing/2014/main" id="{DF322804-B569-C841-8235-7CE8AE9C8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1251"/>
              <a:ext cx="370" cy="21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6" name="Line 200">
              <a:extLst>
                <a:ext uri="{FF2B5EF4-FFF2-40B4-BE49-F238E27FC236}">
                  <a16:creationId xmlns:a16="http://schemas.microsoft.com/office/drawing/2014/main" id="{FFFA7D82-F1C0-F847-9A1F-8B2A5079A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69"/>
              <a:ext cx="0" cy="2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7" name="Line 201">
              <a:extLst>
                <a:ext uri="{FF2B5EF4-FFF2-40B4-BE49-F238E27FC236}">
                  <a16:creationId xmlns:a16="http://schemas.microsoft.com/office/drawing/2014/main" id="{85933F85-34CF-5B42-8B05-52206C565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4" y="1686"/>
              <a:ext cx="370" cy="21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00" name="Text Box 202">
            <a:extLst>
              <a:ext uri="{FF2B5EF4-FFF2-40B4-BE49-F238E27FC236}">
                <a16:creationId xmlns:a16="http://schemas.microsoft.com/office/drawing/2014/main" id="{A8DF7184-C987-BD48-9534-859712039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442" y="1802482"/>
            <a:ext cx="476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b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Add</a:t>
            </a:r>
          </a:p>
        </p:txBody>
      </p:sp>
      <p:sp>
        <p:nvSpPr>
          <p:cNvPr id="101" name="Line 203">
            <a:extLst>
              <a:ext uri="{FF2B5EF4-FFF2-40B4-BE49-F238E27FC236}">
                <a16:creationId xmlns:a16="http://schemas.microsoft.com/office/drawing/2014/main" id="{D4B9FC87-B115-764D-B5F2-69551821B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1504" y="2204120"/>
            <a:ext cx="2508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7" name="Line 204">
            <a:extLst>
              <a:ext uri="{FF2B5EF4-FFF2-40B4-BE49-F238E27FC236}">
                <a16:creationId xmlns:a16="http://schemas.microsoft.com/office/drawing/2014/main" id="{0BEDE157-482D-934E-AF9A-ABAC045B6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9704" y="1945357"/>
            <a:ext cx="260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2" name="Line 205">
            <a:extLst>
              <a:ext uri="{FF2B5EF4-FFF2-40B4-BE49-F238E27FC236}">
                <a16:creationId xmlns:a16="http://schemas.microsoft.com/office/drawing/2014/main" id="{460DB7BD-0FAA-4245-83BC-F8B7BDCBE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154" y="1081757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9" name="Line 206">
            <a:extLst>
              <a:ext uri="{FF2B5EF4-FFF2-40B4-BE49-F238E27FC236}">
                <a16:creationId xmlns:a16="http://schemas.microsoft.com/office/drawing/2014/main" id="{8345F395-107E-0C43-A325-5FC2A6EC4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154" y="168659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0" name="Line 207">
            <a:extLst>
              <a:ext uri="{FF2B5EF4-FFF2-40B4-BE49-F238E27FC236}">
                <a16:creationId xmlns:a16="http://schemas.microsoft.com/office/drawing/2014/main" id="{91FA4951-0ADB-4B47-AA84-33665CEAD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154" y="1513557"/>
            <a:ext cx="166688" cy="87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1" name="Line 208">
            <a:extLst>
              <a:ext uri="{FF2B5EF4-FFF2-40B4-BE49-F238E27FC236}">
                <a16:creationId xmlns:a16="http://schemas.microsoft.com/office/drawing/2014/main" id="{54BCC2F7-AF30-7141-9FA8-BCF7578A1D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6154" y="1600870"/>
            <a:ext cx="166688" cy="85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5" name="Line 209">
            <a:extLst>
              <a:ext uri="{FF2B5EF4-FFF2-40B4-BE49-F238E27FC236}">
                <a16:creationId xmlns:a16="http://schemas.microsoft.com/office/drawing/2014/main" id="{5B525339-3671-8C42-80B5-6048BCFAC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154" y="1081757"/>
            <a:ext cx="585788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6" name="Line 210">
            <a:extLst>
              <a:ext uri="{FF2B5EF4-FFF2-40B4-BE49-F238E27FC236}">
                <a16:creationId xmlns:a16="http://schemas.microsoft.com/office/drawing/2014/main" id="{7D734ABC-8422-D14A-8474-E1E5FB60B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1942" y="1427832"/>
            <a:ext cx="0" cy="344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" name="Line 211">
            <a:extLst>
              <a:ext uri="{FF2B5EF4-FFF2-40B4-BE49-F238E27FC236}">
                <a16:creationId xmlns:a16="http://schemas.microsoft.com/office/drawing/2014/main" id="{5C22B1D9-E6A8-BC47-9A6E-0C1ED1A1F9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6154" y="1772320"/>
            <a:ext cx="585788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8" name="Text Box 212">
            <a:extLst>
              <a:ext uri="{FF2B5EF4-FFF2-40B4-BE49-F238E27FC236}">
                <a16:creationId xmlns:a16="http://schemas.microsoft.com/office/drawing/2014/main" id="{6C49040B-D853-9F4C-8D87-CD6550E1E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979" y="1462757"/>
            <a:ext cx="476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Add</a:t>
            </a:r>
          </a:p>
        </p:txBody>
      </p:sp>
      <p:sp>
        <p:nvSpPr>
          <p:cNvPr id="175" name="Line 213">
            <a:extLst>
              <a:ext uri="{FF2B5EF4-FFF2-40B4-BE49-F238E27FC236}">
                <a16:creationId xmlns:a16="http://schemas.microsoft.com/office/drawing/2014/main" id="{7B0E14AF-80F1-7945-A883-36AD7EA7C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92" y="908720"/>
            <a:ext cx="0" cy="6048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6" name="Line 214">
            <a:extLst>
              <a:ext uri="{FF2B5EF4-FFF2-40B4-BE49-F238E27FC236}">
                <a16:creationId xmlns:a16="http://schemas.microsoft.com/office/drawing/2014/main" id="{4A4C4350-8062-4146-B248-15CB0859B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7229" y="1599282"/>
            <a:ext cx="2508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7" name="Line 215">
            <a:extLst>
              <a:ext uri="{FF2B5EF4-FFF2-40B4-BE49-F238E27FC236}">
                <a16:creationId xmlns:a16="http://schemas.microsoft.com/office/drawing/2014/main" id="{A0DD9374-A21A-5543-AA0B-ABAF75CF26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3767" y="908720"/>
            <a:ext cx="0" cy="6905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1" name="Line 216">
            <a:extLst>
              <a:ext uri="{FF2B5EF4-FFF2-40B4-BE49-F238E27FC236}">
                <a16:creationId xmlns:a16="http://schemas.microsoft.com/office/drawing/2014/main" id="{949CF5F8-4716-D443-AC33-B84DB55782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604" y="908720"/>
            <a:ext cx="66484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2" name="Line 217">
            <a:extLst>
              <a:ext uri="{FF2B5EF4-FFF2-40B4-BE49-F238E27FC236}">
                <a16:creationId xmlns:a16="http://schemas.microsoft.com/office/drawing/2014/main" id="{316FE586-9542-C24C-B550-0758CD09F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3742" y="1859632"/>
            <a:ext cx="252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3" name="Line 218">
            <a:extLst>
              <a:ext uri="{FF2B5EF4-FFF2-40B4-BE49-F238E27FC236}">
                <a16:creationId xmlns:a16="http://schemas.microsoft.com/office/drawing/2014/main" id="{E3AF0E1A-ED00-9C4E-A28E-7C050002E5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8260" y="1215106"/>
            <a:ext cx="3661320" cy="1428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" name="Line 220">
            <a:extLst>
              <a:ext uri="{FF2B5EF4-FFF2-40B4-BE49-F238E27FC236}">
                <a16:creationId xmlns:a16="http://schemas.microsoft.com/office/drawing/2014/main" id="{690881C4-3779-DA46-8E54-56818661C3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9846" y="1205582"/>
            <a:ext cx="0" cy="393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6" name="Line 222">
            <a:extLst>
              <a:ext uri="{FF2B5EF4-FFF2-40B4-BE49-F238E27FC236}">
                <a16:creationId xmlns:a16="http://schemas.microsoft.com/office/drawing/2014/main" id="{03B28638-2842-4A49-8D88-0AE164E14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304" y="2204120"/>
            <a:ext cx="0" cy="623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7" name="Line 223">
            <a:extLst>
              <a:ext uri="{FF2B5EF4-FFF2-40B4-BE49-F238E27FC236}">
                <a16:creationId xmlns:a16="http://schemas.microsoft.com/office/drawing/2014/main" id="{C99C00AE-1954-B348-A25B-4BECD71AA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254" y="1340520"/>
            <a:ext cx="1104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8" name="Line 224">
            <a:extLst>
              <a:ext uri="{FF2B5EF4-FFF2-40B4-BE49-F238E27FC236}">
                <a16:creationId xmlns:a16="http://schemas.microsoft.com/office/drawing/2014/main" id="{FEA992B8-BFDD-5D48-B89B-889BB345B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542" y="1340520"/>
            <a:ext cx="0" cy="1036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9" name="Line 225">
            <a:extLst>
              <a:ext uri="{FF2B5EF4-FFF2-40B4-BE49-F238E27FC236}">
                <a16:creationId xmlns:a16="http://schemas.microsoft.com/office/drawing/2014/main" id="{F1221449-C6D5-BC47-83A4-188D4B648C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304" y="2377157"/>
            <a:ext cx="517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0" name="AutoShape 226">
            <a:extLst>
              <a:ext uri="{FF2B5EF4-FFF2-40B4-BE49-F238E27FC236}">
                <a16:creationId xmlns:a16="http://schemas.microsoft.com/office/drawing/2014/main" id="{9C23EEBB-3CDD-AA49-9B47-E1C768685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29" y="2335882"/>
            <a:ext cx="84138" cy="85725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01" name="Text Box 227">
            <a:extLst>
              <a:ext uri="{FF2B5EF4-FFF2-40B4-BE49-F238E27FC236}">
                <a16:creationId xmlns:a16="http://schemas.microsoft.com/office/drawing/2014/main" id="{C84C7AF3-06A0-814A-AF99-8D7E92F54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7829" y="1094457"/>
            <a:ext cx="319088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</a:t>
            </a:r>
          </a:p>
          <a:p>
            <a:pPr algn="ctr">
              <a:spcBef>
                <a:spcPct val="30000"/>
              </a:spcBef>
            </a:pPr>
            <a:r>
              <a:rPr lang="en-US" altLang="zh-TW" sz="1100" b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</a:t>
            </a:r>
          </a:p>
          <a:p>
            <a:pPr algn="ctr">
              <a:lnSpc>
                <a:spcPct val="90000"/>
              </a:lnSpc>
            </a:pPr>
            <a:r>
              <a:rPr lang="en-US" altLang="zh-TW" sz="1100" b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u</a:t>
            </a:r>
          </a:p>
          <a:p>
            <a:pPr algn="ctr">
              <a:lnSpc>
                <a:spcPct val="90000"/>
              </a:lnSpc>
            </a:pPr>
            <a:r>
              <a:rPr lang="en-US" altLang="zh-TW" sz="1100" b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</a:p>
          <a:p>
            <a:pPr algn="ctr">
              <a:spcBef>
                <a:spcPct val="30000"/>
              </a:spcBef>
            </a:pPr>
            <a:r>
              <a:rPr lang="en-US" altLang="zh-TW" sz="11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02" name="AutoShape 228">
            <a:extLst>
              <a:ext uri="{FF2B5EF4-FFF2-40B4-BE49-F238E27FC236}">
                <a16:creationId xmlns:a16="http://schemas.microsoft.com/office/drawing/2014/main" id="{52513479-0930-F647-B378-9426FA49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4817" y="1081757"/>
            <a:ext cx="250825" cy="103663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05" name="Line 231">
            <a:extLst>
              <a:ext uri="{FF2B5EF4-FFF2-40B4-BE49-F238E27FC236}">
                <a16:creationId xmlns:a16="http://schemas.microsoft.com/office/drawing/2014/main" id="{2AC46164-A183-2F40-914C-79A3E7FEB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104" y="2204120"/>
            <a:ext cx="1571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6" name="Line 232">
            <a:extLst>
              <a:ext uri="{FF2B5EF4-FFF2-40B4-BE49-F238E27FC236}">
                <a16:creationId xmlns:a16="http://schemas.microsoft.com/office/drawing/2014/main" id="{77BF29AA-0D90-E641-8373-A998E9126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4542" y="3351882"/>
            <a:ext cx="433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7" name="Line 233">
            <a:extLst>
              <a:ext uri="{FF2B5EF4-FFF2-40B4-BE49-F238E27FC236}">
                <a16:creationId xmlns:a16="http://schemas.microsoft.com/office/drawing/2014/main" id="{11446825-AC14-2444-9CC6-F6E609ABD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304" y="3783682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8" name="Line 234">
            <a:extLst>
              <a:ext uri="{FF2B5EF4-FFF2-40B4-BE49-F238E27FC236}">
                <a16:creationId xmlns:a16="http://schemas.microsoft.com/office/drawing/2014/main" id="{9A9A610C-B9EE-0944-8E5E-A75B836BA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1167" y="3351882"/>
            <a:ext cx="346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9" name="Line 235">
            <a:extLst>
              <a:ext uri="{FF2B5EF4-FFF2-40B4-BE49-F238E27FC236}">
                <a16:creationId xmlns:a16="http://schemas.microsoft.com/office/drawing/2014/main" id="{C81C8F1E-0A64-F344-9AB4-551A974FD4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6942" y="4044032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0" name="Line 236">
            <a:extLst>
              <a:ext uri="{FF2B5EF4-FFF2-40B4-BE49-F238E27FC236}">
                <a16:creationId xmlns:a16="http://schemas.microsoft.com/office/drawing/2014/main" id="{3833EE2B-B079-1A40-985E-26CE4E0BB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692" y="3337595"/>
            <a:ext cx="0" cy="446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1" name="Line 237">
            <a:extLst>
              <a:ext uri="{FF2B5EF4-FFF2-40B4-BE49-F238E27FC236}">
                <a16:creationId xmlns:a16="http://schemas.microsoft.com/office/drawing/2014/main" id="{73D8FECA-CAA2-3846-BFBA-297DEBEEE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6404" y="5079082"/>
            <a:ext cx="17891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2" name="Line 238">
            <a:extLst>
              <a:ext uri="{FF2B5EF4-FFF2-40B4-BE49-F238E27FC236}">
                <a16:creationId xmlns:a16="http://schemas.microsoft.com/office/drawing/2014/main" id="{E24B44F3-5EBB-834F-A76A-EE32B957E1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1229" y="4044032"/>
            <a:ext cx="0" cy="1035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3" name="Line 239">
            <a:extLst>
              <a:ext uri="{FF2B5EF4-FFF2-40B4-BE49-F238E27FC236}">
                <a16:creationId xmlns:a16="http://schemas.microsoft.com/office/drawing/2014/main" id="{1CF36131-031D-7647-8D89-89AE6DCEF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4" y="3697957"/>
            <a:ext cx="250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4" name="Line 240">
            <a:extLst>
              <a:ext uri="{FF2B5EF4-FFF2-40B4-BE49-F238E27FC236}">
                <a16:creationId xmlns:a16="http://schemas.microsoft.com/office/drawing/2014/main" id="{9429E4BB-4892-964E-B157-6CA75A97C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5292" y="3697957"/>
            <a:ext cx="0" cy="2244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" name="Line 241">
            <a:extLst>
              <a:ext uri="{FF2B5EF4-FFF2-40B4-BE49-F238E27FC236}">
                <a16:creationId xmlns:a16="http://schemas.microsoft.com/office/drawing/2014/main" id="{9886B385-5A76-1E4B-B3D6-2CF7D664DC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6242" y="5942682"/>
            <a:ext cx="6383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6" name="Line 242">
            <a:extLst>
              <a:ext uri="{FF2B5EF4-FFF2-40B4-BE49-F238E27FC236}">
                <a16:creationId xmlns:a16="http://schemas.microsoft.com/office/drawing/2014/main" id="{11732151-81D4-0E44-B474-42EEE5D5D7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0529" y="4388520"/>
            <a:ext cx="0" cy="1554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7" name="Line 243">
            <a:extLst>
              <a:ext uri="{FF2B5EF4-FFF2-40B4-BE49-F238E27FC236}">
                <a16:creationId xmlns:a16="http://schemas.microsoft.com/office/drawing/2014/main" id="{BB17FA02-273A-3944-81DE-315F30B34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6242" y="4388520"/>
            <a:ext cx="269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8" name="Text Box 244">
            <a:extLst>
              <a:ext uri="{FF2B5EF4-FFF2-40B4-BE49-F238E27FC236}">
                <a16:creationId xmlns:a16="http://schemas.microsoft.com/office/drawing/2014/main" id="{6E9E5067-8E3B-EB46-BB72-1966F79BF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242" y="3180432"/>
            <a:ext cx="700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address</a:t>
            </a:r>
          </a:p>
        </p:txBody>
      </p:sp>
      <p:sp>
        <p:nvSpPr>
          <p:cNvPr id="219" name="Text Box 245">
            <a:extLst>
              <a:ext uri="{FF2B5EF4-FFF2-40B4-BE49-F238E27FC236}">
                <a16:creationId xmlns:a16="http://schemas.microsoft.com/office/drawing/2014/main" id="{4083F2EF-85B0-0648-89DB-A685C2016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242" y="3612232"/>
            <a:ext cx="700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Write</a:t>
            </a:r>
          </a:p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address</a:t>
            </a:r>
          </a:p>
        </p:txBody>
      </p:sp>
      <p:sp>
        <p:nvSpPr>
          <p:cNvPr id="220" name="Text Box 246">
            <a:extLst>
              <a:ext uri="{FF2B5EF4-FFF2-40B4-BE49-F238E27FC236}">
                <a16:creationId xmlns:a16="http://schemas.microsoft.com/office/drawing/2014/main" id="{9C306AFF-E907-7E4F-BB4D-370CBED0A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242" y="4044032"/>
            <a:ext cx="5286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Write</a:t>
            </a:r>
          </a:p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data</a:t>
            </a:r>
          </a:p>
        </p:txBody>
      </p:sp>
      <p:sp>
        <p:nvSpPr>
          <p:cNvPr id="221" name="Text Box 247">
            <a:extLst>
              <a:ext uri="{FF2B5EF4-FFF2-40B4-BE49-F238E27FC236}">
                <a16:creationId xmlns:a16="http://schemas.microsoft.com/office/drawing/2014/main" id="{BC3EC2C1-08E6-2045-9BD5-37C469D34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892" y="3956720"/>
            <a:ext cx="7461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Data</a:t>
            </a:r>
          </a:p>
          <a:p>
            <a:pPr algn="ctr"/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222" name="Text Box 248">
            <a:extLst>
              <a:ext uri="{FF2B5EF4-FFF2-40B4-BE49-F238E27FC236}">
                <a16:creationId xmlns:a16="http://schemas.microsoft.com/office/drawing/2014/main" id="{53407BAA-9BBD-9443-A0A5-7DBAB67DF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542" y="3180432"/>
            <a:ext cx="5381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r"/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pPr algn="r"/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data</a:t>
            </a:r>
          </a:p>
        </p:txBody>
      </p:sp>
      <p:sp>
        <p:nvSpPr>
          <p:cNvPr id="223" name="Rectangle 249">
            <a:extLst>
              <a:ext uri="{FF2B5EF4-FFF2-40B4-BE49-F238E27FC236}">
                <a16:creationId xmlns:a16="http://schemas.microsoft.com/office/drawing/2014/main" id="{FAB27257-54FE-424E-BA24-7C2360BA4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242" y="3180432"/>
            <a:ext cx="1255713" cy="1293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24" name="Line 250">
            <a:extLst>
              <a:ext uri="{FF2B5EF4-FFF2-40B4-BE49-F238E27FC236}">
                <a16:creationId xmlns:a16="http://schemas.microsoft.com/office/drawing/2014/main" id="{31C07F1C-5417-A24A-8AF2-A3E23CE79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029" y="3007395"/>
            <a:ext cx="0" cy="173037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" name="Text Box 251">
            <a:extLst>
              <a:ext uri="{FF2B5EF4-FFF2-40B4-BE49-F238E27FC236}">
                <a16:creationId xmlns:a16="http://schemas.microsoft.com/office/drawing/2014/main" id="{AEEC0865-66D7-D14E-8295-00DEFEF9C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3929" y="2748632"/>
            <a:ext cx="8382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 err="1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MemWrite</a:t>
            </a:r>
            <a:endParaRPr lang="en-US" altLang="zh-TW" sz="1100" dirty="0">
              <a:solidFill>
                <a:srgbClr val="3333FF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26" name="Line 252">
            <a:extLst>
              <a:ext uri="{FF2B5EF4-FFF2-40B4-BE49-F238E27FC236}">
                <a16:creationId xmlns:a16="http://schemas.microsoft.com/office/drawing/2014/main" id="{7B9A9CF1-EB2F-A749-86B8-7AF7D4228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029" y="4474245"/>
            <a:ext cx="0" cy="173037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7" name="Text Box 253">
            <a:extLst>
              <a:ext uri="{FF2B5EF4-FFF2-40B4-BE49-F238E27FC236}">
                <a16:creationId xmlns:a16="http://schemas.microsoft.com/office/drawing/2014/main" id="{A0981DCC-94E0-0444-8371-3D730F263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3929" y="4647282"/>
            <a:ext cx="8477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MemRead</a:t>
            </a:r>
          </a:p>
        </p:txBody>
      </p:sp>
      <p:sp>
        <p:nvSpPr>
          <p:cNvPr id="228" name="Text Box 254">
            <a:extLst>
              <a:ext uri="{FF2B5EF4-FFF2-40B4-BE49-F238E27FC236}">
                <a16:creationId xmlns:a16="http://schemas.microsoft.com/office/drawing/2014/main" id="{2C5779CF-7C5C-FC44-B7FC-90955CCC2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9829" y="3193132"/>
            <a:ext cx="319088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</a:p>
          <a:p>
            <a:pPr algn="ctr">
              <a:spcBef>
                <a:spcPct val="30000"/>
              </a:spcBef>
            </a:pPr>
            <a:r>
              <a:rPr lang="en-US" altLang="zh-TW" sz="1100" b="1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</a:t>
            </a:r>
          </a:p>
          <a:p>
            <a:pPr algn="ctr">
              <a:lnSpc>
                <a:spcPct val="90000"/>
              </a:lnSpc>
            </a:pPr>
            <a:r>
              <a:rPr lang="en-US" altLang="zh-TW" sz="1100" b="1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u</a:t>
            </a:r>
          </a:p>
          <a:p>
            <a:pPr algn="ctr">
              <a:lnSpc>
                <a:spcPct val="90000"/>
              </a:lnSpc>
            </a:pPr>
            <a:r>
              <a:rPr lang="en-US" altLang="zh-TW" sz="1100" b="1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</a:p>
          <a:p>
            <a:pPr algn="ctr">
              <a:spcBef>
                <a:spcPct val="30000"/>
              </a:spcBef>
            </a:pPr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229" name="AutoShape 255">
            <a:extLst>
              <a:ext uri="{FF2B5EF4-FFF2-40B4-BE49-F238E27FC236}">
                <a16:creationId xmlns:a16="http://schemas.microsoft.com/office/drawing/2014/main" id="{CA91515E-32AA-604B-8DCA-83080A549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754" y="3180432"/>
            <a:ext cx="252413" cy="103505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30" name="Text Box 256">
            <a:extLst>
              <a:ext uri="{FF2B5EF4-FFF2-40B4-BE49-F238E27FC236}">
                <a16:creationId xmlns:a16="http://schemas.microsoft.com/office/drawing/2014/main" id="{2459C8C5-91C9-4641-A5FB-39242CF93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092" y="2735932"/>
            <a:ext cx="9334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 err="1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MemToReg</a:t>
            </a:r>
            <a:endParaRPr lang="en-US" altLang="zh-TW" sz="1100" dirty="0">
              <a:solidFill>
                <a:srgbClr val="3333FF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31" name="Line 257">
            <a:extLst>
              <a:ext uri="{FF2B5EF4-FFF2-40B4-BE49-F238E27FC236}">
                <a16:creationId xmlns:a16="http://schemas.microsoft.com/office/drawing/2014/main" id="{C39C9E31-460E-4940-9374-3215B3B5C1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929" y="3007395"/>
            <a:ext cx="0" cy="173037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2" name="Line 258">
            <a:extLst>
              <a:ext uri="{FF2B5EF4-FFF2-40B4-BE49-F238E27FC236}">
                <a16:creationId xmlns:a16="http://schemas.microsoft.com/office/drawing/2014/main" id="{924BBBF0-3DBE-694C-8658-42703D9E2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3467" y="3697957"/>
            <a:ext cx="0" cy="1381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3" name="Line 259">
            <a:extLst>
              <a:ext uri="{FF2B5EF4-FFF2-40B4-BE49-F238E27FC236}">
                <a16:creationId xmlns:a16="http://schemas.microsoft.com/office/drawing/2014/main" id="{DF2816BE-DAAF-A74B-849E-2136659D519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94004" y="4202782"/>
            <a:ext cx="0" cy="890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4" name="Line 260">
            <a:extLst>
              <a:ext uri="{FF2B5EF4-FFF2-40B4-BE49-F238E27FC236}">
                <a16:creationId xmlns:a16="http://schemas.microsoft.com/office/drawing/2014/main" id="{86323F42-9DE8-4640-88FB-ADBE4E418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9179" y="5079082"/>
            <a:ext cx="177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" name="Line 261">
            <a:extLst>
              <a:ext uri="{FF2B5EF4-FFF2-40B4-BE49-F238E27FC236}">
                <a16:creationId xmlns:a16="http://schemas.microsoft.com/office/drawing/2014/main" id="{FB80F879-7B04-9A4A-B1CF-CC4EDC925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4004" y="4217070"/>
            <a:ext cx="503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6" name="Line 262">
            <a:extLst>
              <a:ext uri="{FF2B5EF4-FFF2-40B4-BE49-F238E27FC236}">
                <a16:creationId xmlns:a16="http://schemas.microsoft.com/office/drawing/2014/main" id="{559E49E4-A1BA-9F44-8B10-90B1EA217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5192" y="3697957"/>
            <a:ext cx="5969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7" name="AutoShape 263">
            <a:extLst>
              <a:ext uri="{FF2B5EF4-FFF2-40B4-BE49-F238E27FC236}">
                <a16:creationId xmlns:a16="http://schemas.microsoft.com/office/drawing/2014/main" id="{4FF1CDA4-9CF3-1848-B883-22E4A7EA9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604" y="3651920"/>
            <a:ext cx="84138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38" name="Text Box 264">
            <a:extLst>
              <a:ext uri="{FF2B5EF4-FFF2-40B4-BE49-F238E27FC236}">
                <a16:creationId xmlns:a16="http://schemas.microsoft.com/office/drawing/2014/main" id="{259E204C-FAFD-3449-9429-74D669587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834357"/>
            <a:ext cx="700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r>
              <a:rPr lang="en-US" altLang="zh-TW" sz="1100" dirty="0">
                <a:latin typeface="Arial" panose="020B0604020202020204" pitchFamily="34" charset="0"/>
                <a:ea typeface="新細明體" panose="02020500000000000000" pitchFamily="18" charset="-120"/>
              </a:rPr>
              <a:t>address</a:t>
            </a:r>
          </a:p>
        </p:txBody>
      </p:sp>
      <p:sp>
        <p:nvSpPr>
          <p:cNvPr id="239" name="Text Box 265">
            <a:extLst>
              <a:ext uri="{FF2B5EF4-FFF2-40B4-BE49-F238E27FC236}">
                <a16:creationId xmlns:a16="http://schemas.microsoft.com/office/drawing/2014/main" id="{8DC3B7BD-BA6D-D543-987B-C427EAB43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79" y="3439195"/>
            <a:ext cx="923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 b="1" dirty="0">
                <a:latin typeface="Arial" panose="020B0604020202020204" pitchFamily="34" charset="0"/>
                <a:ea typeface="新細明體" panose="02020500000000000000" pitchFamily="18" charset="-120"/>
              </a:rPr>
              <a:t>Instruction</a:t>
            </a:r>
          </a:p>
          <a:p>
            <a:pPr algn="ctr"/>
            <a:r>
              <a:rPr lang="en-US" altLang="zh-TW" sz="1100" b="1" dirty="0">
                <a:latin typeface="Arial" panose="020B0604020202020204" pitchFamily="34" charset="0"/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240" name="Text Box 266">
            <a:extLst>
              <a:ext uri="{FF2B5EF4-FFF2-40B4-BE49-F238E27FC236}">
                <a16:creationId xmlns:a16="http://schemas.microsoft.com/office/drawing/2014/main" id="{157C7833-71AB-A245-AC1F-D53A16720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67" y="2834357"/>
            <a:ext cx="8461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Instruction</a:t>
            </a:r>
          </a:p>
          <a:p>
            <a:pPr algn="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[31-0]</a:t>
            </a:r>
          </a:p>
        </p:txBody>
      </p:sp>
      <p:sp>
        <p:nvSpPr>
          <p:cNvPr id="241" name="Rectangle 267">
            <a:extLst>
              <a:ext uri="{FF2B5EF4-FFF2-40B4-BE49-F238E27FC236}">
                <a16:creationId xmlns:a16="http://schemas.microsoft.com/office/drawing/2014/main" id="{7C37E7D0-803A-0945-9A1B-BB98FDD03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834357"/>
            <a:ext cx="1341438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43" name="Line 269">
            <a:extLst>
              <a:ext uri="{FF2B5EF4-FFF2-40B4-BE49-F238E27FC236}">
                <a16:creationId xmlns:a16="http://schemas.microsoft.com/office/drawing/2014/main" id="{3EBB37E6-60AA-424F-961B-592BEC050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5629" y="3093120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4" name="Line 270">
            <a:extLst>
              <a:ext uri="{FF2B5EF4-FFF2-40B4-BE49-F238E27FC236}">
                <a16:creationId xmlns:a16="http://schemas.microsoft.com/office/drawing/2014/main" id="{815ED8B1-AF15-5A42-895A-58334478D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5629" y="5339432"/>
            <a:ext cx="23336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5" name="Text Box 271">
            <a:extLst>
              <a:ext uri="{FF2B5EF4-FFF2-40B4-BE49-F238E27FC236}">
                <a16:creationId xmlns:a16="http://schemas.microsoft.com/office/drawing/2014/main" id="{196822E1-4740-1846-A704-A0D110842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617" y="5079082"/>
            <a:ext cx="2794001" cy="27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 err="1">
                <a:latin typeface="Arial" panose="020B0604020202020204" pitchFamily="34" charset="0"/>
                <a:ea typeface="新細明體" panose="02020500000000000000" pitchFamily="18" charset="-120"/>
              </a:rPr>
              <a:t>Imm</a:t>
            </a:r>
            <a:r>
              <a:rPr lang="en-US" altLang="zh-TW" sz="1100" dirty="0">
                <a:latin typeface="Arial" panose="020B0604020202020204" pitchFamily="34" charset="0"/>
                <a:ea typeface="新細明體" panose="02020500000000000000" pitchFamily="18" charset="-120"/>
              </a:rPr>
              <a:t>=I [31] + I [11] + I [30 - 25] + I [11 - 6]</a:t>
            </a:r>
          </a:p>
        </p:txBody>
      </p:sp>
      <p:sp>
        <p:nvSpPr>
          <p:cNvPr id="246" name="Line 272">
            <a:extLst>
              <a:ext uri="{FF2B5EF4-FFF2-40B4-BE49-F238E27FC236}">
                <a16:creationId xmlns:a16="http://schemas.microsoft.com/office/drawing/2014/main" id="{0359C10F-E35E-3E48-BB11-EF92CB4DB0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8942" y="3091532"/>
            <a:ext cx="15271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7" name="Text Box 273">
            <a:extLst>
              <a:ext uri="{FF2B5EF4-FFF2-40B4-BE49-F238E27FC236}">
                <a16:creationId xmlns:a16="http://schemas.microsoft.com/office/drawing/2014/main" id="{79EBBFFA-6497-4D4F-A813-35A7293C1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529" y="2834357"/>
            <a:ext cx="1154732" cy="27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>
                <a:latin typeface="Arial" panose="020B0604020202020204" pitchFamily="34" charset="0"/>
                <a:ea typeface="新細明體" panose="02020500000000000000" pitchFamily="18" charset="-120"/>
              </a:rPr>
              <a:t>RS1=I [19 - 15]</a:t>
            </a:r>
          </a:p>
        </p:txBody>
      </p:sp>
      <p:sp>
        <p:nvSpPr>
          <p:cNvPr id="248" name="AutoShape 274">
            <a:extLst>
              <a:ext uri="{FF2B5EF4-FFF2-40B4-BE49-F238E27FC236}">
                <a16:creationId xmlns:a16="http://schemas.microsoft.com/office/drawing/2014/main" id="{3BFAEEAB-8B2B-774E-A2F4-67D1118AC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354" y="3050257"/>
            <a:ext cx="82550" cy="85725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49" name="Text Box 275">
            <a:extLst>
              <a:ext uri="{FF2B5EF4-FFF2-40B4-BE49-F238E27FC236}">
                <a16:creationId xmlns:a16="http://schemas.microsoft.com/office/drawing/2014/main" id="{2D9B8B64-602B-6E4E-AFC2-4BCF34C05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529" y="3266157"/>
            <a:ext cx="1154732" cy="27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>
                <a:latin typeface="Arial" panose="020B0604020202020204" pitchFamily="34" charset="0"/>
                <a:ea typeface="新細明體" panose="02020500000000000000" pitchFamily="18" charset="-120"/>
              </a:rPr>
              <a:t>RS2=I [24 - 20]</a:t>
            </a:r>
          </a:p>
        </p:txBody>
      </p:sp>
      <p:sp>
        <p:nvSpPr>
          <p:cNvPr id="250" name="Line 276">
            <a:extLst>
              <a:ext uri="{FF2B5EF4-FFF2-40B4-BE49-F238E27FC236}">
                <a16:creationId xmlns:a16="http://schemas.microsoft.com/office/drawing/2014/main" id="{04B2E5F9-6D6F-D148-9F0D-4D5B7F1AB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5629" y="3523332"/>
            <a:ext cx="13604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1" name="AutoShape 277">
            <a:extLst>
              <a:ext uri="{FF2B5EF4-FFF2-40B4-BE49-F238E27FC236}">
                <a16:creationId xmlns:a16="http://schemas.microsoft.com/office/drawing/2014/main" id="{570644E4-B622-AC4D-8C48-A566E2D13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179" y="3478882"/>
            <a:ext cx="84138" cy="85725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59" name="Text Box 285">
            <a:extLst>
              <a:ext uri="{FF2B5EF4-FFF2-40B4-BE49-F238E27FC236}">
                <a16:creationId xmlns:a16="http://schemas.microsoft.com/office/drawing/2014/main" id="{CAA7F9CF-4227-9349-BBBA-0033ACC01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067" y="2920082"/>
            <a:ext cx="7842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register 1</a:t>
            </a:r>
          </a:p>
        </p:txBody>
      </p:sp>
      <p:sp>
        <p:nvSpPr>
          <p:cNvPr id="260" name="Text Box 286">
            <a:extLst>
              <a:ext uri="{FF2B5EF4-FFF2-40B4-BE49-F238E27FC236}">
                <a16:creationId xmlns:a16="http://schemas.microsoft.com/office/drawing/2014/main" id="{3F381C31-673F-DD47-8DC3-20EC0AFB3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529" y="3370932"/>
            <a:ext cx="7842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register 2</a:t>
            </a:r>
          </a:p>
        </p:txBody>
      </p:sp>
      <p:sp>
        <p:nvSpPr>
          <p:cNvPr id="261" name="Text Box 287">
            <a:extLst>
              <a:ext uri="{FF2B5EF4-FFF2-40B4-BE49-F238E27FC236}">
                <a16:creationId xmlns:a16="http://schemas.microsoft.com/office/drawing/2014/main" id="{0E8717A5-AC48-8241-920D-39A7EC9E3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529" y="3802732"/>
            <a:ext cx="6683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Write</a:t>
            </a:r>
          </a:p>
          <a:p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register</a:t>
            </a:r>
          </a:p>
        </p:txBody>
      </p:sp>
      <p:sp>
        <p:nvSpPr>
          <p:cNvPr id="262" name="Text Box 288">
            <a:extLst>
              <a:ext uri="{FF2B5EF4-FFF2-40B4-BE49-F238E27FC236}">
                <a16:creationId xmlns:a16="http://schemas.microsoft.com/office/drawing/2014/main" id="{077138CD-EAD0-8944-BBA6-D50039BAD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529" y="4234532"/>
            <a:ext cx="5286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Write</a:t>
            </a:r>
          </a:p>
          <a:p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data</a:t>
            </a:r>
          </a:p>
        </p:txBody>
      </p:sp>
      <p:sp>
        <p:nvSpPr>
          <p:cNvPr id="263" name="Text Box 289">
            <a:extLst>
              <a:ext uri="{FF2B5EF4-FFF2-40B4-BE49-F238E27FC236}">
                <a16:creationId xmlns:a16="http://schemas.microsoft.com/office/drawing/2014/main" id="{AACBE265-8A7E-6A44-A57C-21B838217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642" y="3524920"/>
            <a:ext cx="590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pPr algn="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data 2</a:t>
            </a:r>
          </a:p>
        </p:txBody>
      </p:sp>
      <p:sp>
        <p:nvSpPr>
          <p:cNvPr id="264" name="Text Box 290">
            <a:extLst>
              <a:ext uri="{FF2B5EF4-FFF2-40B4-BE49-F238E27FC236}">
                <a16:creationId xmlns:a16="http://schemas.microsoft.com/office/drawing/2014/main" id="{548A644E-0862-3145-89A2-EED24E4D0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104" y="2939132"/>
            <a:ext cx="590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Read</a:t>
            </a:r>
          </a:p>
          <a:p>
            <a:pPr algn="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data 1</a:t>
            </a:r>
          </a:p>
        </p:txBody>
      </p:sp>
      <p:sp>
        <p:nvSpPr>
          <p:cNvPr id="265" name="Text Box 291">
            <a:extLst>
              <a:ext uri="{FF2B5EF4-FFF2-40B4-BE49-F238E27FC236}">
                <a16:creationId xmlns:a16="http://schemas.microsoft.com/office/drawing/2014/main" id="{3026D895-5F26-C441-B434-0BAAA214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992" y="4129757"/>
            <a:ext cx="8397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Registers</a:t>
            </a:r>
          </a:p>
        </p:txBody>
      </p:sp>
      <p:sp>
        <p:nvSpPr>
          <p:cNvPr id="266" name="Rectangle 292">
            <a:extLst>
              <a:ext uri="{FF2B5EF4-FFF2-40B4-BE49-F238E27FC236}">
                <a16:creationId xmlns:a16="http://schemas.microsoft.com/office/drawing/2014/main" id="{905C1DBB-36E7-2844-B048-2447B1A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529" y="2939132"/>
            <a:ext cx="1490663" cy="172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67" name="Line 293">
            <a:extLst>
              <a:ext uri="{FF2B5EF4-FFF2-40B4-BE49-F238E27FC236}">
                <a16:creationId xmlns:a16="http://schemas.microsoft.com/office/drawing/2014/main" id="{B10E0B9D-219D-4E4F-916D-2F75B5B83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129" y="2761332"/>
            <a:ext cx="0" cy="173037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8" name="Text Box 294">
            <a:extLst>
              <a:ext uri="{FF2B5EF4-FFF2-40B4-BE49-F238E27FC236}">
                <a16:creationId xmlns:a16="http://schemas.microsoft.com/office/drawing/2014/main" id="{DA354AC6-8FD9-674D-9B1B-35BF75AAE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167" y="2488282"/>
            <a:ext cx="7858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 err="1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RegWrite</a:t>
            </a:r>
            <a:endParaRPr lang="en-US" altLang="zh-TW" sz="1100" dirty="0">
              <a:solidFill>
                <a:srgbClr val="3333FF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9" name="Text Box 295">
            <a:extLst>
              <a:ext uri="{FF2B5EF4-FFF2-40B4-BE49-F238E27FC236}">
                <a16:creationId xmlns:a16="http://schemas.microsoft.com/office/drawing/2014/main" id="{5FFCDBC2-B149-D94E-97CD-C514AB52B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292" y="5080670"/>
            <a:ext cx="6540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Sign</a:t>
            </a:r>
          </a:p>
          <a:p>
            <a:pPr algn="ctr"/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extend</a:t>
            </a:r>
          </a:p>
        </p:txBody>
      </p:sp>
      <p:sp>
        <p:nvSpPr>
          <p:cNvPr id="270" name="Oval 296">
            <a:extLst>
              <a:ext uri="{FF2B5EF4-FFF2-40B4-BE49-F238E27FC236}">
                <a16:creationId xmlns:a16="http://schemas.microsoft.com/office/drawing/2014/main" id="{C8503F26-078B-054A-9AF6-AAF41DD86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7667" y="4907632"/>
            <a:ext cx="501650" cy="86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71" name="Line 297">
            <a:extLst>
              <a:ext uri="{FF2B5EF4-FFF2-40B4-BE49-F238E27FC236}">
                <a16:creationId xmlns:a16="http://schemas.microsoft.com/office/drawing/2014/main" id="{600E4356-4543-9545-B192-C1C864C0F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5192" y="3178845"/>
            <a:ext cx="109061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2" name="Line 298">
            <a:extLst>
              <a:ext uri="{FF2B5EF4-FFF2-40B4-BE49-F238E27FC236}">
                <a16:creationId xmlns:a16="http://schemas.microsoft.com/office/drawing/2014/main" id="{5B23A63D-EDC2-E14E-BA1B-88D77AF8A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5867" y="4388520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3" name="Line 299">
            <a:extLst>
              <a:ext uri="{FF2B5EF4-FFF2-40B4-BE49-F238E27FC236}">
                <a16:creationId xmlns:a16="http://schemas.microsoft.com/office/drawing/2014/main" id="{ED4C0CA6-57FC-F244-ACDA-BEEF873264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154" y="4388520"/>
            <a:ext cx="0" cy="9509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4" name="Line 300">
            <a:extLst>
              <a:ext uri="{FF2B5EF4-FFF2-40B4-BE49-F238E27FC236}">
                <a16:creationId xmlns:a16="http://schemas.microsoft.com/office/drawing/2014/main" id="{BB465903-BD4F-8649-9F67-B10695903E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5667" y="533943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5" name="Text Box 301">
            <a:extLst>
              <a:ext uri="{FF2B5EF4-FFF2-40B4-BE49-F238E27FC236}">
                <a16:creationId xmlns:a16="http://schemas.microsoft.com/office/drawing/2014/main" id="{7B01F798-6795-8841-9DCD-DB9BFC1D3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517" y="3537620"/>
            <a:ext cx="319088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/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0</a:t>
            </a:r>
          </a:p>
          <a:p>
            <a:pPr algn="ctr">
              <a:spcBef>
                <a:spcPct val="30000"/>
              </a:spcBef>
            </a:pPr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M</a:t>
            </a:r>
          </a:p>
          <a:p>
            <a:pPr algn="ctr">
              <a:lnSpc>
                <a:spcPct val="90000"/>
              </a:lnSpc>
            </a:pPr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u</a:t>
            </a:r>
          </a:p>
          <a:p>
            <a:pPr algn="ctr">
              <a:lnSpc>
                <a:spcPct val="90000"/>
              </a:lnSpc>
            </a:pPr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</a:p>
          <a:p>
            <a:pPr algn="ctr">
              <a:spcBef>
                <a:spcPct val="30000"/>
              </a:spcBef>
            </a:pPr>
            <a:r>
              <a:rPr lang="en-US" altLang="zh-TW" sz="1100"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76" name="AutoShape 302">
            <a:extLst>
              <a:ext uri="{FF2B5EF4-FFF2-40B4-BE49-F238E27FC236}">
                <a16:creationId xmlns:a16="http://schemas.microsoft.com/office/drawing/2014/main" id="{760C4E14-6607-0647-B39B-25A57C2C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67" y="3524920"/>
            <a:ext cx="250825" cy="1036637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77" name="Line 303">
            <a:extLst>
              <a:ext uri="{FF2B5EF4-FFF2-40B4-BE49-F238E27FC236}">
                <a16:creationId xmlns:a16="http://schemas.microsoft.com/office/drawing/2014/main" id="{E111C812-4F4C-834D-8A1F-37E982889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5442" y="4561557"/>
            <a:ext cx="0" cy="173037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8" name="Text Box 304">
            <a:extLst>
              <a:ext uri="{FF2B5EF4-FFF2-40B4-BE49-F238E27FC236}">
                <a16:creationId xmlns:a16="http://schemas.microsoft.com/office/drawing/2014/main" id="{82F8E086-C215-4047-9C49-3249F8694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292" y="4734595"/>
            <a:ext cx="6858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 err="1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ALUSrc</a:t>
            </a:r>
            <a:endParaRPr lang="en-US" altLang="zh-TW" sz="1100" dirty="0">
              <a:solidFill>
                <a:srgbClr val="3333FF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79" name="Group 305">
            <a:extLst>
              <a:ext uri="{FF2B5EF4-FFF2-40B4-BE49-F238E27FC236}">
                <a16:creationId xmlns:a16="http://schemas.microsoft.com/office/drawing/2014/main" id="{2469A427-741D-3D4D-835D-BE4B3BE8CE15}"/>
              </a:ext>
            </a:extLst>
          </p:cNvPr>
          <p:cNvGrpSpPr>
            <a:grpSpLocks/>
          </p:cNvGrpSpPr>
          <p:nvPr/>
        </p:nvGrpSpPr>
        <p:grpSpPr bwMode="auto">
          <a:xfrm>
            <a:off x="5555804" y="2920082"/>
            <a:ext cx="836613" cy="1381125"/>
            <a:chOff x="3168" y="2736"/>
            <a:chExt cx="480" cy="768"/>
          </a:xfrm>
        </p:grpSpPr>
        <p:sp>
          <p:nvSpPr>
            <p:cNvPr id="294" name="Line 306">
              <a:extLst>
                <a:ext uri="{FF2B5EF4-FFF2-40B4-BE49-F238E27FC236}">
                  <a16:creationId xmlns:a16="http://schemas.microsoft.com/office/drawing/2014/main" id="{CAB51C58-4686-134C-9EB3-ACFAA8CE0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5" name="Line 307">
              <a:extLst>
                <a:ext uri="{FF2B5EF4-FFF2-40B4-BE49-F238E27FC236}">
                  <a16:creationId xmlns:a16="http://schemas.microsoft.com/office/drawing/2014/main" id="{41EC78C0-A99C-DA49-A502-24C8C63AE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2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6" name="Line 308">
              <a:extLst>
                <a:ext uri="{FF2B5EF4-FFF2-40B4-BE49-F238E27FC236}">
                  <a16:creationId xmlns:a16="http://schemas.microsoft.com/office/drawing/2014/main" id="{C92324A1-73A4-6842-A7F5-02862CAF8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0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7" name="Line 309">
              <a:extLst>
                <a:ext uri="{FF2B5EF4-FFF2-40B4-BE49-F238E27FC236}">
                  <a16:creationId xmlns:a16="http://schemas.microsoft.com/office/drawing/2014/main" id="{1E8EF280-C245-2F47-8D8E-78EB275DF4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312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8" name="Line 310">
              <a:extLst>
                <a:ext uri="{FF2B5EF4-FFF2-40B4-BE49-F238E27FC236}">
                  <a16:creationId xmlns:a16="http://schemas.microsoft.com/office/drawing/2014/main" id="{267FC051-44A8-3740-B49D-F2D58358B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73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9" name="Line 311">
              <a:extLst>
                <a:ext uri="{FF2B5EF4-FFF2-40B4-BE49-F238E27FC236}">
                  <a16:creationId xmlns:a16="http://schemas.microsoft.com/office/drawing/2014/main" id="{BE346B6B-3CA6-2344-9205-7A0C65F31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9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0" name="Line 312">
              <a:extLst>
                <a:ext uri="{FF2B5EF4-FFF2-40B4-BE49-F238E27FC236}">
                  <a16:creationId xmlns:a16="http://schemas.microsoft.com/office/drawing/2014/main" id="{619A5A8D-B06F-1146-96C6-BA748F5C77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3264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80" name="Text Box 313">
            <a:extLst>
              <a:ext uri="{FF2B5EF4-FFF2-40B4-BE49-F238E27FC236}">
                <a16:creationId xmlns:a16="http://schemas.microsoft.com/office/drawing/2014/main" id="{80835A5A-4C6D-8B4B-AEAA-35B49F7A3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454" y="3610645"/>
            <a:ext cx="6000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r"/>
            <a:r>
              <a:rPr lang="en-US" altLang="zh-TW" sz="110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Result</a:t>
            </a:r>
          </a:p>
        </p:txBody>
      </p:sp>
      <p:sp>
        <p:nvSpPr>
          <p:cNvPr id="281" name="Text Box 314">
            <a:extLst>
              <a:ext uri="{FF2B5EF4-FFF2-40B4-BE49-F238E27FC236}">
                <a16:creationId xmlns:a16="http://schemas.microsoft.com/office/drawing/2014/main" id="{7F6F36EC-42A1-234A-B76E-484BD48F4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179" y="3351882"/>
            <a:ext cx="49053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r"/>
            <a:r>
              <a:rPr lang="en-US" altLang="zh-TW" sz="11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Zero</a:t>
            </a:r>
          </a:p>
        </p:txBody>
      </p:sp>
      <p:sp>
        <p:nvSpPr>
          <p:cNvPr id="282" name="Text Box 315">
            <a:extLst>
              <a:ext uri="{FF2B5EF4-FFF2-40B4-BE49-F238E27FC236}">
                <a16:creationId xmlns:a16="http://schemas.microsoft.com/office/drawing/2014/main" id="{3F3BFC5F-5B16-B64E-998E-B39CDD8D9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5804" y="3178845"/>
            <a:ext cx="4921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rPr>
              <a:t>ALU</a:t>
            </a:r>
          </a:p>
        </p:txBody>
      </p:sp>
      <p:sp>
        <p:nvSpPr>
          <p:cNvPr id="283" name="Line 316">
            <a:extLst>
              <a:ext uri="{FF2B5EF4-FFF2-40B4-BE49-F238E27FC236}">
                <a16:creationId xmlns:a16="http://schemas.microsoft.com/office/drawing/2014/main" id="{96B863C4-5D71-2447-8FA4-FD4A7B8C9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454" y="4042445"/>
            <a:ext cx="0" cy="173037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84" name="Text Box 317">
            <a:extLst>
              <a:ext uri="{FF2B5EF4-FFF2-40B4-BE49-F238E27FC236}">
                <a16:creationId xmlns:a16="http://schemas.microsoft.com/office/drawing/2014/main" id="{0032FE1D-A49F-DE45-9477-C4CA77AF0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492" y="4215482"/>
            <a:ext cx="6619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ALUOp</a:t>
            </a:r>
          </a:p>
        </p:txBody>
      </p:sp>
      <p:sp>
        <p:nvSpPr>
          <p:cNvPr id="285" name="Line 318">
            <a:extLst>
              <a:ext uri="{FF2B5EF4-FFF2-40B4-BE49-F238E27FC236}">
                <a16:creationId xmlns:a16="http://schemas.microsoft.com/office/drawing/2014/main" id="{05999E6D-3223-2049-AB2A-E7F07AA13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2917" y="4044032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89" name="AutoShape 322">
            <a:extLst>
              <a:ext uri="{FF2B5EF4-FFF2-40B4-BE49-F238E27FC236}">
                <a16:creationId xmlns:a16="http://schemas.microsoft.com/office/drawing/2014/main" id="{CFC396A2-9E6D-9F43-8985-CD079ECE4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417" y="3740820"/>
            <a:ext cx="84138" cy="87312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90" name="Line 323">
            <a:extLst>
              <a:ext uri="{FF2B5EF4-FFF2-40B4-BE49-F238E27FC236}">
                <a16:creationId xmlns:a16="http://schemas.microsoft.com/office/drawing/2014/main" id="{AF7E8876-8644-FF41-91F6-EEC74DD0D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8767" y="3783682"/>
            <a:ext cx="147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1" name="Line 324">
            <a:extLst>
              <a:ext uri="{FF2B5EF4-FFF2-40B4-BE49-F238E27FC236}">
                <a16:creationId xmlns:a16="http://schemas.microsoft.com/office/drawing/2014/main" id="{3184ABC0-9971-F84A-8D08-6708F1117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692" y="3783682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2" name="AutoShape 325">
            <a:extLst>
              <a:ext uri="{FF2B5EF4-FFF2-40B4-BE49-F238E27FC236}">
                <a16:creationId xmlns:a16="http://schemas.microsoft.com/office/drawing/2014/main" id="{40231971-A7D8-7E4A-98AC-20BC2D419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292" y="4344070"/>
            <a:ext cx="84138" cy="85725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293" name="Line 326">
            <a:extLst>
              <a:ext uri="{FF2B5EF4-FFF2-40B4-BE49-F238E27FC236}">
                <a16:creationId xmlns:a16="http://schemas.microsoft.com/office/drawing/2014/main" id="{78A9A687-F209-BC46-83DD-2E00EEC2A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2217" y="2189832"/>
            <a:ext cx="6350" cy="22082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8" name="Line 235">
            <a:extLst>
              <a:ext uri="{FF2B5EF4-FFF2-40B4-BE49-F238E27FC236}">
                <a16:creationId xmlns:a16="http://schemas.microsoft.com/office/drawing/2014/main" id="{8CA4A937-2E01-2B4C-981B-B5339B9BB083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587011" y="2190750"/>
            <a:ext cx="1791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9" name="Line 323">
            <a:extLst>
              <a:ext uri="{FF2B5EF4-FFF2-40B4-BE49-F238E27FC236}">
                <a16:creationId xmlns:a16="http://schemas.microsoft.com/office/drawing/2014/main" id="{FC5CBD59-1A7E-7846-BFE4-24FCAE32EB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2929" y="3048672"/>
            <a:ext cx="339727" cy="42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0" name="Line 259">
            <a:extLst>
              <a:ext uri="{FF2B5EF4-FFF2-40B4-BE49-F238E27FC236}">
                <a16:creationId xmlns:a16="http://schemas.microsoft.com/office/drawing/2014/main" id="{963B123A-0B99-344A-8D1A-EDD2D2F48F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4016" y="3050256"/>
            <a:ext cx="0" cy="47307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1" name="Line 323">
            <a:extLst>
              <a:ext uri="{FF2B5EF4-FFF2-40B4-BE49-F238E27FC236}">
                <a16:creationId xmlns:a16="http://schemas.microsoft.com/office/drawing/2014/main" id="{D83AF9AC-D92A-014E-AA38-7406948FB9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9718" y="3521744"/>
            <a:ext cx="122456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2" name="Line 186">
            <a:extLst>
              <a:ext uri="{FF2B5EF4-FFF2-40B4-BE49-F238E27FC236}">
                <a16:creationId xmlns:a16="http://schemas.microsoft.com/office/drawing/2014/main" id="{8B98C975-70DD-044B-985D-E994D99549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7937" y="3986071"/>
            <a:ext cx="132715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3" name="AutoShape 233">
            <a:extLst>
              <a:ext uri="{FF2B5EF4-FFF2-40B4-BE49-F238E27FC236}">
                <a16:creationId xmlns:a16="http://schemas.microsoft.com/office/drawing/2014/main" id="{E0D78911-224D-DE42-B03F-A212F8EF1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514" y="3941746"/>
            <a:ext cx="84138" cy="85725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endParaRPr lang="zh-TW" altLang="zh-TW"/>
          </a:p>
        </p:txBody>
      </p:sp>
      <p:sp>
        <p:nvSpPr>
          <p:cNvPr id="317" name="AutoShape 65">
            <a:extLst>
              <a:ext uri="{FF2B5EF4-FFF2-40B4-BE49-F238E27FC236}">
                <a16:creationId xmlns:a16="http://schemas.microsoft.com/office/drawing/2014/main" id="{68DDEB33-6CCC-F04C-A760-7CBF51D70AA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96692" y="2378523"/>
            <a:ext cx="359776" cy="398463"/>
          </a:xfrm>
          <a:prstGeom prst="flowChartDelay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" name="Line 66">
            <a:extLst>
              <a:ext uri="{FF2B5EF4-FFF2-40B4-BE49-F238E27FC236}">
                <a16:creationId xmlns:a16="http://schemas.microsoft.com/office/drawing/2014/main" id="{A1123EC3-1AF2-BF48-8ADC-8261B4AABC5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16790" y="2338077"/>
            <a:ext cx="11957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" name="Line 67">
            <a:extLst>
              <a:ext uri="{FF2B5EF4-FFF2-40B4-BE49-F238E27FC236}">
                <a16:creationId xmlns:a16="http://schemas.microsoft.com/office/drawing/2014/main" id="{85CD263E-1B99-FA49-9BEC-80542F3C120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484353" y="2817432"/>
            <a:ext cx="11957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" name="Line 68">
            <a:extLst>
              <a:ext uri="{FF2B5EF4-FFF2-40B4-BE49-F238E27FC236}">
                <a16:creationId xmlns:a16="http://schemas.microsoft.com/office/drawing/2014/main" id="{A49CD98B-7E3A-3945-A057-03943AE5E5EE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657948" y="2908711"/>
            <a:ext cx="302140" cy="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6" name="Freeform 815">
            <a:extLst>
              <a:ext uri="{FF2B5EF4-FFF2-40B4-BE49-F238E27FC236}">
                <a16:creationId xmlns:a16="http://schemas.microsoft.com/office/drawing/2014/main" id="{FDE81319-31CC-B242-9BB1-13ABDEAD7B21}"/>
              </a:ext>
            </a:extLst>
          </p:cNvPr>
          <p:cNvSpPr>
            <a:spLocks/>
          </p:cNvSpPr>
          <p:nvPr/>
        </p:nvSpPr>
        <p:spPr bwMode="auto">
          <a:xfrm rot="16200000">
            <a:off x="6380009" y="2449588"/>
            <a:ext cx="588535" cy="262571"/>
          </a:xfrm>
          <a:custGeom>
            <a:avLst/>
            <a:gdLst>
              <a:gd name="T0" fmla="*/ 0 w 566"/>
              <a:gd name="T1" fmla="*/ 0 h 228"/>
              <a:gd name="T2" fmla="*/ 566 w 566"/>
              <a:gd name="T3" fmla="*/ 114 h 228"/>
              <a:gd name="T4" fmla="*/ 0 w 566"/>
              <a:gd name="T5" fmla="*/ 228 h 228"/>
              <a:gd name="T6" fmla="*/ 0 w 566"/>
              <a:gd name="T7" fmla="*/ 0 h 2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6" h="228">
                <a:moveTo>
                  <a:pt x="0" y="0"/>
                </a:moveTo>
                <a:lnTo>
                  <a:pt x="566" y="114"/>
                </a:lnTo>
                <a:lnTo>
                  <a:pt x="0" y="22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3" name="Line 323">
            <a:extLst>
              <a:ext uri="{FF2B5EF4-FFF2-40B4-BE49-F238E27FC236}">
                <a16:creationId xmlns:a16="http://schemas.microsoft.com/office/drawing/2014/main" id="{C7FC93A6-D0F5-F24D-BF74-23EA8AF8F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9853" y="2868727"/>
            <a:ext cx="339727" cy="42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4" name="Text Box 251">
            <a:extLst>
              <a:ext uri="{FF2B5EF4-FFF2-40B4-BE49-F238E27FC236}">
                <a16:creationId xmlns:a16="http://schemas.microsoft.com/office/drawing/2014/main" id="{BEAB63ED-649F-D946-B6B5-295FF4694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958" y="2634925"/>
            <a:ext cx="652992" cy="27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Branch</a:t>
            </a:r>
          </a:p>
        </p:txBody>
      </p:sp>
      <p:sp>
        <p:nvSpPr>
          <p:cNvPr id="149" name="Text Box 275">
            <a:extLst>
              <a:ext uri="{FF2B5EF4-FFF2-40B4-BE49-F238E27FC236}">
                <a16:creationId xmlns:a16="http://schemas.microsoft.com/office/drawing/2014/main" id="{8775F0DF-E5E8-3C45-B1B9-E34E8E9BB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936" y="3744889"/>
            <a:ext cx="410938" cy="27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>
                <a:latin typeface="Arial" panose="020B0604020202020204" pitchFamily="34" charset="0"/>
                <a:ea typeface="新細明體" panose="02020500000000000000" pitchFamily="18" charset="-120"/>
              </a:rPr>
              <a:t>RD</a:t>
            </a:r>
          </a:p>
        </p:txBody>
      </p:sp>
      <p:sp>
        <p:nvSpPr>
          <p:cNvPr id="150" name="Line 219">
            <a:extLst>
              <a:ext uri="{FF2B5EF4-FFF2-40B4-BE49-F238E27FC236}">
                <a16:creationId xmlns:a16="http://schemas.microsoft.com/office/drawing/2014/main" id="{D2BE633F-DDD0-9941-B20C-C27618226E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4269" y="1582666"/>
            <a:ext cx="1688059" cy="707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1" name="Line 220">
            <a:extLst>
              <a:ext uri="{FF2B5EF4-FFF2-40B4-BE49-F238E27FC236}">
                <a16:creationId xmlns:a16="http://schemas.microsoft.com/office/drawing/2014/main" id="{BD0CE298-64AE-5B4A-94DE-985E54EC55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5386" y="1582666"/>
            <a:ext cx="253" cy="80812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2" name="Line 219">
            <a:extLst>
              <a:ext uri="{FF2B5EF4-FFF2-40B4-BE49-F238E27FC236}">
                <a16:creationId xmlns:a16="http://schemas.microsoft.com/office/drawing/2014/main" id="{87D251FA-337D-8846-A840-9C4B2223B6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1795" y="2380331"/>
            <a:ext cx="3126834" cy="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" name="Text Box 251">
            <a:extLst>
              <a:ext uri="{FF2B5EF4-FFF2-40B4-BE49-F238E27FC236}">
                <a16:creationId xmlns:a16="http://schemas.microsoft.com/office/drawing/2014/main" id="{AB58FB02-0E57-6E4D-A3E6-509BCF01E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2214" y="2122711"/>
            <a:ext cx="614520" cy="27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 defTabSz="1019175"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r>
              <a:rPr lang="en-US" altLang="zh-TW" sz="1100" dirty="0" err="1">
                <a:solidFill>
                  <a:srgbClr val="3333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PCSrc</a:t>
            </a:r>
            <a:endParaRPr lang="en-US" altLang="zh-TW" sz="1100" dirty="0">
              <a:solidFill>
                <a:srgbClr val="3333FF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9366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0A0B8975DEDD9D408BDB2D49647FBEFA" ma:contentTypeVersion="8" ma:contentTypeDescription="建立新的文件。" ma:contentTypeScope="" ma:versionID="c3e9c9b551e6b458d199f6a24546cab6">
  <xsd:schema xmlns:xsd="http://www.w3.org/2001/XMLSchema" xmlns:xs="http://www.w3.org/2001/XMLSchema" xmlns:p="http://schemas.microsoft.com/office/2006/metadata/properties" xmlns:ns2="477e5f7e-ea82-413e-9bbb-451b4cd0aa07" xmlns:ns3="69b20e69-3800-4946-ab55-03745fe7b1f9" targetNamespace="http://schemas.microsoft.com/office/2006/metadata/properties" ma:root="true" ma:fieldsID="bd37543be0e031847c4f393f6336614a" ns2:_="" ns3:_="">
    <xsd:import namespace="477e5f7e-ea82-413e-9bbb-451b4cd0aa07"/>
    <xsd:import namespace="69b20e69-3800-4946-ab55-03745fe7b1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e5f7e-ea82-413e-9bbb-451b4cd0aa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20e69-3800-4946-ab55-03745fe7b1f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58599B-E3DD-48F7-B2F7-A98899AE65E9}"/>
</file>

<file path=customXml/itemProps2.xml><?xml version="1.0" encoding="utf-8"?>
<ds:datastoreItem xmlns:ds="http://schemas.openxmlformats.org/officeDocument/2006/customXml" ds:itemID="{4F57BF73-0C21-40E8-AD79-266481D7FE67}"/>
</file>

<file path=customXml/itemProps3.xml><?xml version="1.0" encoding="utf-8"?>
<ds:datastoreItem xmlns:ds="http://schemas.openxmlformats.org/officeDocument/2006/customXml" ds:itemID="{E69DFF6E-ECF4-4822-A3DF-538C0334741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27772</TotalTime>
  <Words>127</Words>
  <Application>Microsoft Macintosh PowerPoint</Application>
  <PresentationFormat>如螢幕大小 (4:3)</PresentationFormat>
  <Paragraphs>71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Trebuchet MS</vt:lpstr>
      <vt:lpstr>Office 佈景主題</vt:lpstr>
      <vt:lpstr>PowerPoint 簡報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劉靖家</cp:lastModifiedBy>
  <cp:revision>345</cp:revision>
  <dcterms:created xsi:type="dcterms:W3CDTF">2008-08-25T10:09:57Z</dcterms:created>
  <dcterms:modified xsi:type="dcterms:W3CDTF">2020-11-26T09:17:03Z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0x0101000A0B8975DEDD9D408BDB2D49647FBEFA</vt:lpwstr>
  </property>
</Properties>
</file>