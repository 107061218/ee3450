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03" r:id="rId1"/>
  </p:sldMasterIdLst>
  <p:notesMasterIdLst>
    <p:notesMasterId r:id="rId3"/>
  </p:notesMasterIdLst>
  <p:handoutMasterIdLst>
    <p:handoutMasterId r:id="rId4"/>
  </p:handoutMasterIdLst>
  <p:sldIdLst>
    <p:sldId id="474" r:id="rId2"/>
  </p:sldIdLst>
  <p:sldSz cx="9144000" cy="6858000" type="screen4x3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432FF"/>
    <a:srgbClr val="009900"/>
    <a:srgbClr val="FF40FF"/>
    <a:srgbClr val="CCFFFF"/>
    <a:srgbClr val="00800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89" autoAdjust="0"/>
    <p:restoredTop sz="94407" autoAdjust="0"/>
  </p:normalViewPr>
  <p:slideViewPr>
    <p:cSldViewPr snapToObjects="1">
      <p:cViewPr varScale="1">
        <p:scale>
          <a:sx n="123" d="100"/>
          <a:sy n="123" d="100"/>
        </p:scale>
        <p:origin x="24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handoutMaster" Target="handoutMasters/handoutMaster1.xml"/><Relationship Id="rId9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EF67A87E-D959-2B4E-B5D5-8CE9350B13A5}" type="datetime3">
              <a:rPr lang="en-AU"/>
              <a:pPr>
                <a:defRPr/>
              </a:pPr>
              <a:t>1 December, 2020</a:t>
            </a:fld>
            <a:endParaRPr lang="en-AU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fld id="{351E598C-01A4-1248-839E-B333CF5222B2}" type="slidenum">
              <a:rPr lang="en-AU" altLang="x-none"/>
              <a:pPr/>
              <a:t>‹#›</a:t>
            </a:fld>
            <a:endParaRPr lang="en-AU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2940A748-F47E-7046-AF4F-F637DF1D4622}" type="datetime3">
              <a:rPr lang="en-AU"/>
              <a:pPr>
                <a:defRPr/>
              </a:pPr>
              <a:t>1 December, 2020</a:t>
            </a:fld>
            <a:endParaRPr lang="en-AU"/>
          </a:p>
        </p:txBody>
      </p:sp>
      <p:sp>
        <p:nvSpPr>
          <p:cNvPr id="1105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fld id="{FB5FA2C7-BCDA-764A-B229-1F2D67C852BA}" type="slidenum">
              <a:rPr lang="en-AU" altLang="x-none"/>
              <a:pPr/>
              <a:t>‹#›</a:t>
            </a:fld>
            <a:endParaRPr lang="en-AU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5A0EC6-AF79-1641-BF6A-3C5373DF2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B86A464-6975-014C-81F9-CE5C1165F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B283E7-2ECC-F546-87FB-AFF63578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042F89-1E1F-C145-ACF9-082DF2359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1E5210-C659-794E-B6DA-3E32386B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8098428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460D72-2BE8-774F-8052-24C2E0C6C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33B7F7-BE60-524C-9603-28DD761AF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AAC657-5694-7740-A5DF-2892F66C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A40ED7-6439-3344-91CE-3D30602D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FA1828-6E50-0E4C-B82B-234972A41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79338995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1F7680-188D-E94A-BB82-06C8BD52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2762C1E-0E40-8A4A-96D2-460DCB11C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1D0B44-CD32-C64A-8ABB-31D91806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D8D30B-5DB2-264A-A753-6CC1FB351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F7AA51-CC73-9A4D-9880-DFE33335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84050511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36CC20-F670-2E4F-9635-3634325D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354BBC-F99A-514F-951E-073A82B39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D82BFE-CB60-EC4F-ADC5-715D179C9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8D82F9-1A6D-CE49-B3A4-E6E56DAEA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D6B39B-FCD5-C74F-8FFB-14080319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6F6F449-DF4D-E94C-86EC-B20F08EA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28579860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BB5CE0-28E6-9946-9051-27663AE71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82B62D-C1E0-0042-BC78-B3A21EF8B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6ADB0CE-BB79-2445-BF91-06A307C41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8E94293-AB0B-AC4E-B749-782A100BB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ADB3B65-4361-A34C-AAE8-7A0AAEBDE2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7B13D5F-D064-094A-8A2D-2CB160845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6C55747-002D-6243-BD08-B84E555F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E707076-4CF7-1B4E-9E9B-C1E69024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45361848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50B09-8C76-DC44-81AB-D4866DD8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3CA6C4E-2DD1-B543-8B9C-6D2395E61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921235C-91B6-7545-98DF-01A39314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5C1EAEA-02A7-2F4A-B28D-B6E8CB47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35375725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C2409B9-B2B4-F148-B810-9BBEECE4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0BA3908-F95A-664E-822C-5042FF01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79CE35-309F-4B4F-BAB2-5790971C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8067309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97D27F-B923-634F-8392-FD3E5BB6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B2F50F-6192-9C4D-9980-35B632DCD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1F7358A-01FA-494A-9775-7F13A7070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E9A392-6FC1-3848-B019-74A60F87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79B60D-EFF7-5C49-8F09-F6BAB17E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2C2AEAA-2BA3-6B48-8026-7D482948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877392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1C0010-DD61-FB4B-BF26-15A85A450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E3E4249-A61A-4C4B-AB32-9625F7DA70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481738-9DA2-2E49-9094-AD00B57B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699F24-3315-984B-AEA1-5F71A1A9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16CC57-5B0B-4349-A121-064199F95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54BB56-6A5A-094B-BA4A-801C196E2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28253804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239C17-4126-3C49-87D0-159926B5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29DD946-F80C-814F-AB14-3064D9FB2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D710B7-7098-5D41-B03A-C3D5A2E3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F1AA54-4CA6-134C-85FC-AC2203B0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C45A8C-E1CF-C64E-BDDC-FD63DC40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67367685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B29776E-BBE5-124F-AD4B-17373A839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275F0C7-6A2D-B34F-94FE-5777AD8C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408BC5-64DD-1948-BD4F-968AC520D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6E0214-9A70-1E48-896B-E3AD75B1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6B9C0A-A9F0-364F-BA87-ED19D2FE3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05880442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5AAFEDE-DE0D-9948-8A7B-042336F85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4175B3-3F5E-374A-8FEB-5E606AE01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34002E-6F1D-5940-AB44-62F170599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AE729-D400-B94C-9484-13BDA8F4FE09}" type="datetimeFigureOut">
              <a:rPr kumimoji="1" lang="zh-TW" altLang="en-US" smtClean="0"/>
              <a:t>2020/12/1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70FA54-A159-8A46-90A9-531DD1D21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D81E6-4C8A-7B45-915C-892218A5E85C}" type="slidenum">
              <a:rPr lang="en-AU" altLang="x-none" smtClean="0"/>
              <a:pPr/>
              <a:t>‹#›</a:t>
            </a:fld>
            <a:endParaRPr lang="en-AU" altLang="x-none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876F12-9ED8-0042-ABA3-EEA0FAB85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AA888-66DD-AB47-AFC3-FFC5C2FD17F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2491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群組 161">
            <a:extLst>
              <a:ext uri="{FF2B5EF4-FFF2-40B4-BE49-F238E27FC236}">
                <a16:creationId xmlns:a16="http://schemas.microsoft.com/office/drawing/2014/main" id="{C3011E10-61C3-4948-BEED-EB4B0E459EB9}"/>
              </a:ext>
            </a:extLst>
          </p:cNvPr>
          <p:cNvGrpSpPr/>
          <p:nvPr/>
        </p:nvGrpSpPr>
        <p:grpSpPr>
          <a:xfrm>
            <a:off x="36512" y="476672"/>
            <a:ext cx="9144000" cy="5761063"/>
            <a:chOff x="-324544" y="548680"/>
            <a:chExt cx="9809162" cy="5954713"/>
          </a:xfrm>
        </p:grpSpPr>
        <p:sp>
          <p:nvSpPr>
            <p:cNvPr id="3" name="Line 3">
              <a:extLst>
                <a:ext uri="{FF2B5EF4-FFF2-40B4-BE49-F238E27FC236}">
                  <a16:creationId xmlns:a16="http://schemas.microsoft.com/office/drawing/2014/main" id="{911FB2E0-41DA-B245-B155-411BA9589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6718" y="2271118"/>
              <a:ext cx="3825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BE4BF970-90A6-6540-9B9B-957F38784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24544" y="3480793"/>
              <a:ext cx="700087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Read</a:t>
              </a:r>
            </a:p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address</a:t>
              </a:r>
            </a:p>
          </p:txBody>
        </p:sp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AC85C7D9-A5B2-AF49-BFD2-B15D2B045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1657" y="4171355"/>
              <a:ext cx="92392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pPr algn="ctr"/>
              <a:r>
                <a:rPr lang="en-US" altLang="zh-TW" sz="1100" b="1">
                  <a:latin typeface="Arial" panose="020B0604020202020204" pitchFamily="34" charset="0"/>
                  <a:ea typeface="新細明體" panose="02020500000000000000" pitchFamily="18" charset="-120"/>
                </a:rPr>
                <a:t>Instruction</a:t>
              </a:r>
            </a:p>
            <a:p>
              <a:pPr algn="ctr"/>
              <a:r>
                <a:rPr lang="en-US" altLang="zh-TW" sz="1100" b="1">
                  <a:latin typeface="Arial" panose="020B0604020202020204" pitchFamily="34" charset="0"/>
                  <a:ea typeface="新細明體" panose="02020500000000000000" pitchFamily="18" charset="-120"/>
                </a:rPr>
                <a:t>memory</a:t>
              </a: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EBEF6827-68F2-AF43-A083-D64F613BF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618" y="3480793"/>
              <a:ext cx="846138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pPr algn="r"/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Instruction</a:t>
              </a:r>
            </a:p>
            <a:p>
              <a:pPr algn="r"/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[31-0]</a:t>
              </a: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2C8EAAB7-35FA-394F-A07D-04E1BD46E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41593" y="4776193"/>
              <a:ext cx="2524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15EF1EB8-F94A-764E-8308-6CD3300F4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5193" y="3912593"/>
              <a:ext cx="419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7979FD86-D6AF-F645-9EAF-003B3EAC5B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33468" y="3912593"/>
              <a:ext cx="0" cy="15541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176EEF40-B605-9B41-A7B7-0C2A3A6DE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3468" y="5466755"/>
              <a:ext cx="176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4F053DAA-7992-6040-81DA-F75C546B6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5843" y="3866555"/>
              <a:ext cx="84138" cy="87313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6C03B967-FE4A-5240-9B3E-BBEE8CC76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3931" y="5120680"/>
              <a:ext cx="1682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10D6A048-3B09-B147-8D9D-C07543EC1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2206" y="5120680"/>
              <a:ext cx="0" cy="13827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D373223A-77BB-DF44-9960-D18506153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9231" y="6503393"/>
              <a:ext cx="7292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090AB4FA-7EFC-C849-8869-99F129056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0956" y="4257080"/>
              <a:ext cx="0" cy="2073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FF2E898D-129A-8C4A-9207-44E46E840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956" y="4257080"/>
              <a:ext cx="4191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3037911E-82B4-6443-AD2A-FC1C3E065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4293" y="3739555"/>
              <a:ext cx="715963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Address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6873D6F7-1856-C540-A439-1FF07760F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4293" y="4603155"/>
              <a:ext cx="528638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Write</a:t>
              </a:r>
            </a:p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data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23ECAA0E-EC15-FA40-B62F-D8CA52EBE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7968" y="4085630"/>
              <a:ext cx="86042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pPr algn="ctr"/>
              <a:r>
                <a:rPr lang="en-US" altLang="zh-TW" sz="1100" b="1">
                  <a:latin typeface="Arial" panose="020B0604020202020204" pitchFamily="34" charset="0"/>
                  <a:ea typeface="新細明體" panose="02020500000000000000" pitchFamily="18" charset="-120"/>
                </a:rPr>
                <a:t>   Data</a:t>
              </a:r>
            </a:p>
            <a:p>
              <a:pPr algn="ctr"/>
              <a:r>
                <a:rPr lang="en-US" altLang="zh-TW" sz="1100" b="1">
                  <a:latin typeface="Arial" panose="020B0604020202020204" pitchFamily="34" charset="0"/>
                  <a:ea typeface="新細明體" panose="02020500000000000000" pitchFamily="18" charset="-120"/>
                </a:rPr>
                <a:t>   memory</a:t>
              </a: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882E34BF-4CD8-5B49-8E44-D947E9AE3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5181" y="4603155"/>
              <a:ext cx="538162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pPr algn="r"/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Read</a:t>
              </a:r>
            </a:p>
            <a:p>
              <a:pPr algn="r"/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data</a:t>
              </a:r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13A2EE5C-5CA3-C141-8CA0-732D3D3B0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4293" y="3739555"/>
              <a:ext cx="1257300" cy="1295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2C91DEB7-8C2E-C442-A031-68CB49675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1668" y="3566518"/>
              <a:ext cx="0" cy="173037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5727F304-748B-074A-9D9B-414F844F0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2568" y="3307755"/>
              <a:ext cx="83820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solidFill>
                    <a:srgbClr val="3333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MemWrite</a:t>
              </a: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3ED5A032-AEBE-3C40-98A8-FAE67FFB4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1668" y="5034955"/>
              <a:ext cx="0" cy="173038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1C8B066C-168E-1348-BBFE-C68999A3F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2568" y="5207993"/>
              <a:ext cx="84772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solidFill>
                    <a:srgbClr val="3333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MemRead</a:t>
              </a:r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DD41CF68-E19C-5E4B-8961-C7CD7D042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13106" y="4688880"/>
              <a:ext cx="280987" cy="874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  <a:p>
              <a:pPr>
                <a:spcBef>
                  <a:spcPct val="20000"/>
                </a:spcBef>
              </a:pPr>
              <a:endPara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endParaRPr>
            </a:p>
            <a:p>
              <a:pPr>
                <a:spcBef>
                  <a:spcPct val="20000"/>
                </a:spcBef>
              </a:pPr>
              <a:endParaRPr lang="en-US" altLang="zh-TW" sz="1100" b="1">
                <a:latin typeface="Arial" panose="020B0604020202020204" pitchFamily="34" charset="0"/>
                <a:ea typeface="新細明體" panose="02020500000000000000" pitchFamily="18" charset="-120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0</a:t>
              </a:r>
            </a:p>
          </p:txBody>
        </p:sp>
        <p:sp>
          <p:nvSpPr>
            <p:cNvPr id="27" name="AutoShape 27">
              <a:extLst>
                <a:ext uri="{FF2B5EF4-FFF2-40B4-BE49-F238E27FC236}">
                  <a16:creationId xmlns:a16="http://schemas.microsoft.com/office/drawing/2014/main" id="{35204C01-6E34-444B-9E0C-89E0F0ACB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3106" y="4603155"/>
              <a:ext cx="250825" cy="1036638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ACAD5069-33E2-6843-B83F-304ABEE9B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3068" y="4171355"/>
              <a:ext cx="9715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solidFill>
                    <a:srgbClr val="3333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 MemToReg</a:t>
              </a:r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D1F04C01-C1CA-B74A-9ABB-6CA1F6B92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7406" y="4430118"/>
              <a:ext cx="0" cy="173037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A70DD22E-6905-0648-A209-FD3F5C3B6C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5556" y="3825280"/>
              <a:ext cx="0" cy="1036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69555711-D157-134A-8F27-5BA553327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868" y="3825280"/>
              <a:ext cx="5857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" name="AutoShape 32">
              <a:extLst>
                <a:ext uri="{FF2B5EF4-FFF2-40B4-BE49-F238E27FC236}">
                  <a16:creationId xmlns:a16="http://schemas.microsoft.com/office/drawing/2014/main" id="{89569848-9B9B-424D-A96F-BF093B55F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518" y="3788768"/>
              <a:ext cx="82550" cy="85725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09200952-C910-F343-9EE1-A4BC065AA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5619" y="1666280"/>
              <a:ext cx="31750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en-US" altLang="zh-TW" sz="1000">
                <a:latin typeface="Arial" panose="020B0604020202020204" pitchFamily="34" charset="0"/>
                <a:ea typeface="新細明體" panose="02020500000000000000" pitchFamily="18" charset="-120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TW" sz="1000">
                  <a:latin typeface="Arial" panose="020B0604020202020204" pitchFamily="34" charset="0"/>
                  <a:ea typeface="新細明體" panose="02020500000000000000" pitchFamily="18" charset="-120"/>
                </a:rPr>
                <a:t> </a:t>
              </a: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4</a:t>
              </a:r>
            </a:p>
          </p:txBody>
        </p: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2A2E2865-B354-1D4C-B2F2-42DBC4357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5558" y="2444155"/>
              <a:ext cx="572084" cy="690563"/>
              <a:chOff x="2678" y="1248"/>
              <a:chExt cx="328" cy="384"/>
            </a:xfrm>
          </p:grpSpPr>
          <p:sp>
            <p:nvSpPr>
              <p:cNvPr id="35" name="Text Box 35">
                <a:extLst>
                  <a:ext uri="{FF2B5EF4-FFF2-40B4-BE49-F238E27FC236}">
                    <a16:creationId xmlns:a16="http://schemas.microsoft.com/office/drawing/2014/main" id="{5608BC2A-A116-2840-9012-B70CAD37AD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8" y="1316"/>
                <a:ext cx="328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1882" tIns="50941" rIns="101882" bIns="50941">
                <a:spAutoFit/>
              </a:bodyPr>
              <a:lstStyle>
                <a:lvl1pPr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1pPr>
                <a:lvl2pPr marL="742950" indent="-28575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2pPr>
                <a:lvl3pPr marL="1143000" indent="-22860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3pPr>
                <a:lvl4pPr marL="1600200" indent="-22860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4pPr>
                <a:lvl5pPr marL="2057400" indent="-22860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5pPr>
                <a:lvl6pPr marL="25146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6pPr>
                <a:lvl7pPr marL="29718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7pPr>
                <a:lvl8pPr marL="34290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8pPr>
                <a:lvl9pPr marL="38862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9pPr>
              </a:lstStyle>
              <a:p>
                <a:pPr algn="ctr"/>
                <a:r>
                  <a:rPr lang="en-US" altLang="zh-TW" sz="1100" b="1" dirty="0">
                    <a:latin typeface="Arial" panose="020B0604020202020204" pitchFamily="34" charset="0"/>
                    <a:ea typeface="新細明體" panose="02020500000000000000" pitchFamily="18" charset="-120"/>
                  </a:rPr>
                  <a:t>Shift</a:t>
                </a:r>
              </a:p>
              <a:p>
                <a:pPr algn="ctr"/>
                <a:r>
                  <a:rPr lang="en-US" altLang="zh-TW" sz="1100" b="1" dirty="0">
                    <a:latin typeface="Arial" panose="020B0604020202020204" pitchFamily="34" charset="0"/>
                    <a:ea typeface="新細明體" panose="02020500000000000000" pitchFamily="18" charset="-120"/>
                  </a:rPr>
                  <a:t>left 1</a:t>
                </a:r>
              </a:p>
            </p:txBody>
          </p:sp>
          <p:sp>
            <p:nvSpPr>
              <p:cNvPr id="36" name="Oval 36">
                <a:extLst>
                  <a:ext uri="{FF2B5EF4-FFF2-40B4-BE49-F238E27FC236}">
                    <a16:creationId xmlns:a16="http://schemas.microsoft.com/office/drawing/2014/main" id="{C03C60A1-8659-F043-9B5D-3D2CADF459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1248"/>
                <a:ext cx="288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9pPr>
              </a:lstStyle>
              <a:p>
                <a:endParaRPr lang="zh-TW" altLang="zh-TW"/>
              </a:p>
            </p:txBody>
          </p:sp>
        </p:grp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3B75F847-3B6F-4F45-BFD0-5B1CA17EC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0407" y="2271118"/>
              <a:ext cx="327025" cy="6048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AF19B0B1-1434-7644-8700-A593E9F07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656" y="2790230"/>
              <a:ext cx="6238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DC0612B2-9C55-1D48-B71B-1CB572EDE4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1781" y="2529880"/>
              <a:ext cx="466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041E30D3-517E-1C46-B554-9DA2D98EAD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481" y="1839318"/>
              <a:ext cx="573087" cy="863600"/>
              <a:chOff x="672" y="1104"/>
              <a:chExt cx="328" cy="480"/>
            </a:xfrm>
          </p:grpSpPr>
          <p:grpSp>
            <p:nvGrpSpPr>
              <p:cNvPr id="41" name="Group 41">
                <a:extLst>
                  <a:ext uri="{FF2B5EF4-FFF2-40B4-BE49-F238E27FC236}">
                    <a16:creationId xmlns:a16="http://schemas.microsoft.com/office/drawing/2014/main" id="{88FD6662-238A-1647-AFD3-56DCCC6D90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104"/>
                <a:ext cx="288" cy="480"/>
                <a:chOff x="672" y="1104"/>
                <a:chExt cx="288" cy="480"/>
              </a:xfrm>
            </p:grpSpPr>
            <p:sp>
              <p:nvSpPr>
                <p:cNvPr id="43" name="Line 42">
                  <a:extLst>
                    <a:ext uri="{FF2B5EF4-FFF2-40B4-BE49-F238E27FC236}">
                      <a16:creationId xmlns:a16="http://schemas.microsoft.com/office/drawing/2014/main" id="{4EC54CA3-C3DF-E742-9F8B-D578BC6DD1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10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43">
                  <a:extLst>
                    <a:ext uri="{FF2B5EF4-FFF2-40B4-BE49-F238E27FC236}">
                      <a16:creationId xmlns:a16="http://schemas.microsoft.com/office/drawing/2014/main" id="{829BC922-484C-E64D-B8CB-09F9B25617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392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44">
                  <a:extLst>
                    <a:ext uri="{FF2B5EF4-FFF2-40B4-BE49-F238E27FC236}">
                      <a16:creationId xmlns:a16="http://schemas.microsoft.com/office/drawing/2014/main" id="{1F40648B-6725-8A42-99ED-DE16F644AF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296"/>
                  <a:ext cx="96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45">
                  <a:extLst>
                    <a:ext uri="{FF2B5EF4-FFF2-40B4-BE49-F238E27FC236}">
                      <a16:creationId xmlns:a16="http://schemas.microsoft.com/office/drawing/2014/main" id="{CD90F09B-287B-4B43-9373-4976341E3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72" y="1344"/>
                  <a:ext cx="96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46">
                  <a:extLst>
                    <a:ext uri="{FF2B5EF4-FFF2-40B4-BE49-F238E27FC236}">
                      <a16:creationId xmlns:a16="http://schemas.microsoft.com/office/drawing/2014/main" id="{43FFD328-0A92-4D4D-9F86-873A913298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104"/>
                  <a:ext cx="288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47">
                  <a:extLst>
                    <a:ext uri="{FF2B5EF4-FFF2-40B4-BE49-F238E27FC236}">
                      <a16:creationId xmlns:a16="http://schemas.microsoft.com/office/drawing/2014/main" id="{2F365579-2594-A54B-995B-8D3121789A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1248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48">
                  <a:extLst>
                    <a:ext uri="{FF2B5EF4-FFF2-40B4-BE49-F238E27FC236}">
                      <a16:creationId xmlns:a16="http://schemas.microsoft.com/office/drawing/2014/main" id="{9FE30871-FACE-C04A-AB66-4B6833E350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72" y="1440"/>
                  <a:ext cx="288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42" name="Text Box 49">
                <a:extLst>
                  <a:ext uri="{FF2B5EF4-FFF2-40B4-BE49-F238E27FC236}">
                    <a16:creationId xmlns:a16="http://schemas.microsoft.com/office/drawing/2014/main" id="{4C1702EA-5CA3-7E49-B652-C205291798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6" y="1262"/>
                <a:ext cx="294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1882" tIns="50941" rIns="101882" bIns="50941">
                <a:spAutoFit/>
              </a:bodyPr>
              <a:lstStyle>
                <a:lvl1pPr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1pPr>
                <a:lvl2pPr marL="742950" indent="-28575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2pPr>
                <a:lvl3pPr marL="1143000" indent="-22860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3pPr>
                <a:lvl4pPr marL="1600200" indent="-22860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4pPr>
                <a:lvl5pPr marL="2057400" indent="-22860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5pPr>
                <a:lvl6pPr marL="25146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6pPr>
                <a:lvl7pPr marL="29718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7pPr>
                <a:lvl8pPr marL="34290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8pPr>
                <a:lvl9pPr marL="38862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9pPr>
              </a:lstStyle>
              <a:p>
                <a:r>
                  <a:rPr lang="en-US" altLang="zh-TW" sz="1100" b="1">
                    <a:latin typeface="Arial" panose="020B0604020202020204" pitchFamily="34" charset="0"/>
                    <a:ea typeface="新細明體" panose="02020500000000000000" pitchFamily="18" charset="-120"/>
                  </a:rPr>
                  <a:t> Add</a:t>
                </a:r>
              </a:p>
            </p:txBody>
          </p:sp>
        </p:grp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ED74E221-91ED-D54E-B7EC-A5B0763E02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8693" y="2529880"/>
              <a:ext cx="0" cy="6048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07BDD884-67DB-D142-8A1E-83F3637AA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93" y="2529880"/>
              <a:ext cx="2047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2" name="Line 52">
              <a:extLst>
                <a:ext uri="{FF2B5EF4-FFF2-40B4-BE49-F238E27FC236}">
                  <a16:creationId xmlns:a16="http://schemas.microsoft.com/office/drawing/2014/main" id="{AC15131A-735F-374C-AEFE-02EFC7427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2132" y="2875955"/>
              <a:ext cx="0" cy="6048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C33A89D5-F995-0549-B49E-139AB9F18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6093" y="3912593"/>
              <a:ext cx="2524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4" name="Line 54">
              <a:extLst>
                <a:ext uri="{FF2B5EF4-FFF2-40B4-BE49-F238E27FC236}">
                  <a16:creationId xmlns:a16="http://schemas.microsoft.com/office/drawing/2014/main" id="{09C9B795-759F-294C-B8CE-38A06DE809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5993" y="3739555"/>
              <a:ext cx="2047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5" name="AutoShape 55">
              <a:extLst>
                <a:ext uri="{FF2B5EF4-FFF2-40B4-BE49-F238E27FC236}">
                  <a16:creationId xmlns:a16="http://schemas.microsoft.com/office/drawing/2014/main" id="{1F03EACA-9C33-BE42-92B6-D532E2481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206" y="2228255"/>
              <a:ext cx="84137" cy="85725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56" name="Text Box 56">
              <a:extLst>
                <a:ext uri="{FF2B5EF4-FFF2-40B4-BE49-F238E27FC236}">
                  <a16:creationId xmlns:a16="http://schemas.microsoft.com/office/drawing/2014/main" id="{B73B9955-4722-FB4F-90D5-F73E66F31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281" y="5034955"/>
              <a:ext cx="654050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pPr algn="ctr"/>
              <a:r>
                <a:rPr lang="en-US" altLang="zh-TW" sz="1100" b="1">
                  <a:latin typeface="Arial" panose="020B0604020202020204" pitchFamily="34" charset="0"/>
                  <a:ea typeface="新細明體" panose="02020500000000000000" pitchFamily="18" charset="-120"/>
                </a:rPr>
                <a:t>Sign</a:t>
              </a:r>
            </a:p>
            <a:p>
              <a:pPr algn="ctr"/>
              <a:r>
                <a:rPr lang="en-US" altLang="zh-TW" sz="1100" b="1">
                  <a:latin typeface="Arial" panose="020B0604020202020204" pitchFamily="34" charset="0"/>
                  <a:ea typeface="新細明體" panose="02020500000000000000" pitchFamily="18" charset="-120"/>
                </a:rPr>
                <a:t>extend</a:t>
              </a:r>
            </a:p>
          </p:txBody>
        </p:sp>
        <p:sp>
          <p:nvSpPr>
            <p:cNvPr id="57" name="Oval 57">
              <a:extLst>
                <a:ext uri="{FF2B5EF4-FFF2-40B4-BE49-F238E27FC236}">
                  <a16:creationId xmlns:a16="http://schemas.microsoft.com/office/drawing/2014/main" id="{7E287EAF-A7D8-9849-9D1A-4864BFFF4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0481" y="4949230"/>
              <a:ext cx="501650" cy="69056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58" name="Line 58">
              <a:extLst>
                <a:ext uri="{FF2B5EF4-FFF2-40B4-BE49-F238E27FC236}">
                  <a16:creationId xmlns:a16="http://schemas.microsoft.com/office/drawing/2014/main" id="{63D9AF10-796E-5743-BBBE-73A21340D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868" y="3307755"/>
              <a:ext cx="10890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9" name="Line 59">
              <a:extLst>
                <a:ext uri="{FF2B5EF4-FFF2-40B4-BE49-F238E27FC236}">
                  <a16:creationId xmlns:a16="http://schemas.microsoft.com/office/drawing/2014/main" id="{09189FA8-9A20-A342-8CD7-C10E0C665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5306" y="4430118"/>
              <a:ext cx="0" cy="173037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0" name="Text Box 60">
              <a:extLst>
                <a:ext uri="{FF2B5EF4-FFF2-40B4-BE49-F238E27FC236}">
                  <a16:creationId xmlns:a16="http://schemas.microsoft.com/office/drawing/2014/main" id="{50F22897-E7FD-4E43-8E66-6DF9E2020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968" y="4603155"/>
              <a:ext cx="68580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solidFill>
                    <a:srgbClr val="3333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ALUSrc</a:t>
              </a:r>
            </a:p>
          </p:txBody>
        </p:sp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id="{C9898130-E818-3C49-AA95-D0663EFE46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7893" y="3048993"/>
              <a:ext cx="838200" cy="1381125"/>
              <a:chOff x="3168" y="2736"/>
              <a:chExt cx="480" cy="768"/>
            </a:xfrm>
          </p:grpSpPr>
          <p:sp>
            <p:nvSpPr>
              <p:cNvPr id="62" name="Line 62">
                <a:extLst>
                  <a:ext uri="{FF2B5EF4-FFF2-40B4-BE49-F238E27FC236}">
                    <a16:creationId xmlns:a16="http://schemas.microsoft.com/office/drawing/2014/main" id="{1E3D5E04-2736-7E47-8CD9-4371374D6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73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3" name="Line 63">
                <a:extLst>
                  <a:ext uri="{FF2B5EF4-FFF2-40B4-BE49-F238E27FC236}">
                    <a16:creationId xmlns:a16="http://schemas.microsoft.com/office/drawing/2014/main" id="{2B9B6CB0-F4B1-424D-A889-37F817BB2E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2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4" name="Line 64">
                <a:extLst>
                  <a:ext uri="{FF2B5EF4-FFF2-40B4-BE49-F238E27FC236}">
                    <a16:creationId xmlns:a16="http://schemas.microsoft.com/office/drawing/2014/main" id="{7492FC85-2150-0342-AF03-DD1B503FEF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024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5" name="Line 65">
                <a:extLst>
                  <a:ext uri="{FF2B5EF4-FFF2-40B4-BE49-F238E27FC236}">
                    <a16:creationId xmlns:a16="http://schemas.microsoft.com/office/drawing/2014/main" id="{ED46397C-522C-2941-B353-325B4F785A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8" y="3120"/>
                <a:ext cx="14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6" name="Line 66">
                <a:extLst>
                  <a:ext uri="{FF2B5EF4-FFF2-40B4-BE49-F238E27FC236}">
                    <a16:creationId xmlns:a16="http://schemas.microsoft.com/office/drawing/2014/main" id="{E84428AC-42B9-6042-9F61-36B26C35FC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736"/>
                <a:ext cx="48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7" name="Line 67">
                <a:extLst>
                  <a:ext uri="{FF2B5EF4-FFF2-40B4-BE49-F238E27FC236}">
                    <a16:creationId xmlns:a16="http://schemas.microsoft.com/office/drawing/2014/main" id="{F559EEA4-E73B-794E-AE94-317DA47023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297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8" name="Line 68">
                <a:extLst>
                  <a:ext uri="{FF2B5EF4-FFF2-40B4-BE49-F238E27FC236}">
                    <a16:creationId xmlns:a16="http://schemas.microsoft.com/office/drawing/2014/main" id="{ABECE5BE-BA23-724A-90AC-A162F36A3B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8" y="3264"/>
                <a:ext cx="48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sp>
          <p:nvSpPr>
            <p:cNvPr id="69" name="Text Box 69">
              <a:extLst>
                <a:ext uri="{FF2B5EF4-FFF2-40B4-BE49-F238E27FC236}">
                  <a16:creationId xmlns:a16="http://schemas.microsoft.com/office/drawing/2014/main" id="{1DB9E6A4-E13B-F742-B2D2-1C090435C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1268" y="3739555"/>
              <a:ext cx="6000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pPr algn="r"/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Result</a:t>
              </a:r>
            </a:p>
          </p:txBody>
        </p:sp>
        <p:sp>
          <p:nvSpPr>
            <p:cNvPr id="70" name="Text Box 70">
              <a:extLst>
                <a:ext uri="{FF2B5EF4-FFF2-40B4-BE49-F238E27FC236}">
                  <a16:creationId xmlns:a16="http://schemas.microsoft.com/office/drawing/2014/main" id="{40DCB0E5-E603-9446-92A7-F329C6139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5406" y="3480793"/>
              <a:ext cx="490537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pPr algn="r"/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Zero</a:t>
              </a:r>
            </a:p>
          </p:txBody>
        </p:sp>
        <p:sp>
          <p:nvSpPr>
            <p:cNvPr id="71" name="Text Box 71">
              <a:extLst>
                <a:ext uri="{FF2B5EF4-FFF2-40B4-BE49-F238E27FC236}">
                  <a16:creationId xmlns:a16="http://schemas.microsoft.com/office/drawing/2014/main" id="{0351CBAE-AAD5-CD44-B35A-D13924E9D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2031" y="3393480"/>
              <a:ext cx="49212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 b="1">
                  <a:latin typeface="Arial" panose="020B0604020202020204" pitchFamily="34" charset="0"/>
                  <a:ea typeface="新細明體" panose="02020500000000000000" pitchFamily="18" charset="-120"/>
                </a:rPr>
                <a:t>ALU</a:t>
              </a:r>
            </a:p>
          </p:txBody>
        </p:sp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6C0184E9-E44F-6C42-94C2-20F8B64BB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1131" y="4171355"/>
              <a:ext cx="0" cy="173038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3" name="Text Box 73">
              <a:extLst>
                <a:ext uri="{FF2B5EF4-FFF2-40B4-BE49-F238E27FC236}">
                  <a16:creationId xmlns:a16="http://schemas.microsoft.com/office/drawing/2014/main" id="{1437C4B1-EB52-5240-923C-21363AF16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6168" y="4344393"/>
              <a:ext cx="661988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solidFill>
                    <a:srgbClr val="3333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ALUOp</a:t>
              </a:r>
            </a:p>
          </p:txBody>
        </p:sp>
        <p:sp>
          <p:nvSpPr>
            <p:cNvPr id="74" name="Line 74">
              <a:extLst>
                <a:ext uri="{FF2B5EF4-FFF2-40B4-BE49-F238E27FC236}">
                  <a16:creationId xmlns:a16="http://schemas.microsoft.com/office/drawing/2014/main" id="{063564F7-990D-BF44-B200-71F91B4E6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6018" y="3307756"/>
              <a:ext cx="4763" cy="2528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5" name="Line 75">
              <a:extLst>
                <a:ext uri="{FF2B5EF4-FFF2-40B4-BE49-F238E27FC236}">
                  <a16:creationId xmlns:a16="http://schemas.microsoft.com/office/drawing/2014/main" id="{EA983CA9-E77A-0441-905C-0925078B9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781" y="5293718"/>
              <a:ext cx="14239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6" name="Text Box 76">
              <a:extLst>
                <a:ext uri="{FF2B5EF4-FFF2-40B4-BE49-F238E27FC236}">
                  <a16:creationId xmlns:a16="http://schemas.microsoft.com/office/drawing/2014/main" id="{C57589CA-56C8-8746-9101-D0EB9E77C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5743" y="5034955"/>
              <a:ext cx="925761" cy="281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 dirty="0">
                  <a:latin typeface="Arial" panose="020B0604020202020204" pitchFamily="34" charset="0"/>
                  <a:ea typeface="新細明體" panose="02020500000000000000" pitchFamily="18" charset="-120"/>
                </a:rPr>
                <a:t>Immediate</a:t>
              </a:r>
            </a:p>
          </p:txBody>
        </p:sp>
        <p:sp>
          <p:nvSpPr>
            <p:cNvPr id="77" name="Line 77">
              <a:extLst>
                <a:ext uri="{FF2B5EF4-FFF2-40B4-BE49-F238E27FC236}">
                  <a16:creationId xmlns:a16="http://schemas.microsoft.com/office/drawing/2014/main" id="{5FC1D704-572B-0041-894D-F55320847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781" y="3307755"/>
              <a:ext cx="549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8" name="Line 78">
              <a:extLst>
                <a:ext uri="{FF2B5EF4-FFF2-40B4-BE49-F238E27FC236}">
                  <a16:creationId xmlns:a16="http://schemas.microsoft.com/office/drawing/2014/main" id="{72303B24-4E1A-4D43-B0CF-9D7CBD66C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781" y="3739555"/>
              <a:ext cx="549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9" name="AutoShape 79">
              <a:extLst>
                <a:ext uri="{FF2B5EF4-FFF2-40B4-BE49-F238E27FC236}">
                  <a16:creationId xmlns:a16="http://schemas.microsoft.com/office/drawing/2014/main" id="{E82DBCC1-448D-EA42-963C-400E7FD90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856" y="3690343"/>
              <a:ext cx="69850" cy="73025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82" name="Text Box 82">
              <a:extLst>
                <a:ext uri="{FF2B5EF4-FFF2-40B4-BE49-F238E27FC236}">
                  <a16:creationId xmlns:a16="http://schemas.microsoft.com/office/drawing/2014/main" id="{13AC90FB-8B1F-1041-A371-263AD66E8C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0056" y="3134718"/>
              <a:ext cx="78422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Read</a:t>
              </a:r>
            </a:p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register 1</a:t>
              </a:r>
            </a:p>
          </p:txBody>
        </p:sp>
        <p:sp>
          <p:nvSpPr>
            <p:cNvPr id="83" name="Text Box 83">
              <a:extLst>
                <a:ext uri="{FF2B5EF4-FFF2-40B4-BE49-F238E27FC236}">
                  <a16:creationId xmlns:a16="http://schemas.microsoft.com/office/drawing/2014/main" id="{DD59F202-C2F8-B946-8A32-05EEA69A1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0056" y="3566518"/>
              <a:ext cx="78422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Read</a:t>
              </a:r>
            </a:p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register 2</a:t>
              </a:r>
            </a:p>
          </p:txBody>
        </p:sp>
        <p:sp>
          <p:nvSpPr>
            <p:cNvPr id="84" name="Text Box 84">
              <a:extLst>
                <a:ext uri="{FF2B5EF4-FFF2-40B4-BE49-F238E27FC236}">
                  <a16:creationId xmlns:a16="http://schemas.microsoft.com/office/drawing/2014/main" id="{76E4D79B-8723-E644-A5E0-02BFC2D712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0056" y="3998318"/>
              <a:ext cx="668337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Write</a:t>
              </a:r>
            </a:p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register</a:t>
              </a:r>
            </a:p>
          </p:txBody>
        </p:sp>
        <p:sp>
          <p:nvSpPr>
            <p:cNvPr id="85" name="Text Box 85">
              <a:extLst>
                <a:ext uri="{FF2B5EF4-FFF2-40B4-BE49-F238E27FC236}">
                  <a16:creationId xmlns:a16="http://schemas.microsoft.com/office/drawing/2014/main" id="{A5C89756-904F-A74D-9307-F71295455F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0056" y="4430118"/>
              <a:ext cx="528637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Write</a:t>
              </a:r>
            </a:p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data</a:t>
              </a:r>
            </a:p>
          </p:txBody>
        </p:sp>
        <p:sp>
          <p:nvSpPr>
            <p:cNvPr id="86" name="Text Box 86">
              <a:extLst>
                <a:ext uri="{FF2B5EF4-FFF2-40B4-BE49-F238E27FC236}">
                  <a16:creationId xmlns:a16="http://schemas.microsoft.com/office/drawing/2014/main" id="{8DEDFB19-C1E5-ED44-932B-BDD7DA2F2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9218" y="3566518"/>
              <a:ext cx="590550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pPr algn="r"/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Read</a:t>
              </a:r>
            </a:p>
            <a:p>
              <a:pPr algn="r"/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data 2</a:t>
              </a:r>
            </a:p>
          </p:txBody>
        </p:sp>
        <p:sp>
          <p:nvSpPr>
            <p:cNvPr id="87" name="Text Box 87">
              <a:extLst>
                <a:ext uri="{FF2B5EF4-FFF2-40B4-BE49-F238E27FC236}">
                  <a16:creationId xmlns:a16="http://schemas.microsoft.com/office/drawing/2014/main" id="{D6037853-A385-2B4A-AC87-FF294FCF6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9218" y="3134718"/>
              <a:ext cx="590550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pPr algn="r"/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Read</a:t>
              </a:r>
            </a:p>
            <a:p>
              <a:pPr algn="r"/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data 1</a:t>
              </a:r>
            </a:p>
          </p:txBody>
        </p:sp>
        <p:sp>
          <p:nvSpPr>
            <p:cNvPr id="88" name="Text Box 88">
              <a:extLst>
                <a:ext uri="{FF2B5EF4-FFF2-40B4-BE49-F238E27FC236}">
                  <a16:creationId xmlns:a16="http://schemas.microsoft.com/office/drawing/2014/main" id="{47DCCD01-29E3-8D49-AEC4-36F6AF844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1568" y="4344393"/>
              <a:ext cx="839788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 b="1">
                  <a:latin typeface="Arial" panose="020B0604020202020204" pitchFamily="34" charset="0"/>
                  <a:ea typeface="新細明體" panose="02020500000000000000" pitchFamily="18" charset="-120"/>
                </a:rPr>
                <a:t>Registers</a:t>
              </a:r>
            </a:p>
          </p:txBody>
        </p:sp>
        <p:sp>
          <p:nvSpPr>
            <p:cNvPr id="89" name="Rectangle 89">
              <a:extLst>
                <a:ext uri="{FF2B5EF4-FFF2-40B4-BE49-F238E27FC236}">
                  <a16:creationId xmlns:a16="http://schemas.microsoft.com/office/drawing/2014/main" id="{9975BF23-83CE-F346-80B0-28D530857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0056" y="3134718"/>
              <a:ext cx="1492250" cy="172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1EA5ABBD-6512-A44D-A820-849FD8ED3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706" y="2961680"/>
              <a:ext cx="0" cy="173038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91" name="Text Box 91">
              <a:extLst>
                <a:ext uri="{FF2B5EF4-FFF2-40B4-BE49-F238E27FC236}">
                  <a16:creationId xmlns:a16="http://schemas.microsoft.com/office/drawing/2014/main" id="{2CB3737D-3AA1-6441-A6CB-9AC2D3A33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156" y="2702918"/>
              <a:ext cx="78581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solidFill>
                    <a:srgbClr val="3333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RegWrite</a:t>
              </a:r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3481BE75-F954-994C-955D-AAA47D139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7068" y="4085630"/>
              <a:ext cx="2508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93" name="Line 93">
              <a:extLst>
                <a:ext uri="{FF2B5EF4-FFF2-40B4-BE49-F238E27FC236}">
                  <a16:creationId xmlns:a16="http://schemas.microsoft.com/office/drawing/2014/main" id="{7EC234D7-A75B-5647-9980-761A9E673D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0693" y="5466755"/>
              <a:ext cx="2524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1016AFB7-8F39-654D-8210-F25089DDD7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9231" y="4603155"/>
              <a:ext cx="0" cy="1900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95" name="Line 95">
              <a:extLst>
                <a:ext uri="{FF2B5EF4-FFF2-40B4-BE49-F238E27FC236}">
                  <a16:creationId xmlns:a16="http://schemas.microsoft.com/office/drawing/2014/main" id="{1BE443D8-30C7-3845-B08B-6B9572CDC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9231" y="4603155"/>
              <a:ext cx="2508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121CC6CA-E95C-3F45-9596-DA4EF2D36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9768" y="3307755"/>
              <a:ext cx="2508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B0F37AC9-19C2-5443-91D8-2473A57D3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9768" y="3825280"/>
              <a:ext cx="2508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CDD59829-C03A-0042-A2A9-BE9948842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8006" y="5293718"/>
              <a:ext cx="3825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99" name="Rectangle 99">
              <a:extLst>
                <a:ext uri="{FF2B5EF4-FFF2-40B4-BE49-F238E27FC236}">
                  <a16:creationId xmlns:a16="http://schemas.microsoft.com/office/drawing/2014/main" id="{144FEDD8-819A-A44E-A7D0-326F72901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0593" y="2012355"/>
              <a:ext cx="168275" cy="4144963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grpSp>
          <p:nvGrpSpPr>
            <p:cNvPr id="100" name="Group 100">
              <a:extLst>
                <a:ext uri="{FF2B5EF4-FFF2-40B4-BE49-F238E27FC236}">
                  <a16:creationId xmlns:a16="http://schemas.microsoft.com/office/drawing/2014/main" id="{52615F26-A05D-DB42-B7A8-1D2EA622C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8543" y="2098080"/>
              <a:ext cx="573088" cy="863600"/>
              <a:chOff x="672" y="1104"/>
              <a:chExt cx="328" cy="480"/>
            </a:xfrm>
          </p:grpSpPr>
          <p:grpSp>
            <p:nvGrpSpPr>
              <p:cNvPr id="101" name="Group 101">
                <a:extLst>
                  <a:ext uri="{FF2B5EF4-FFF2-40B4-BE49-F238E27FC236}">
                    <a16:creationId xmlns:a16="http://schemas.microsoft.com/office/drawing/2014/main" id="{F161634D-960A-E240-996A-66F7D25A56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104"/>
                <a:ext cx="288" cy="480"/>
                <a:chOff x="672" y="1104"/>
                <a:chExt cx="288" cy="480"/>
              </a:xfrm>
            </p:grpSpPr>
            <p:sp>
              <p:nvSpPr>
                <p:cNvPr id="103" name="Line 102">
                  <a:extLst>
                    <a:ext uri="{FF2B5EF4-FFF2-40B4-BE49-F238E27FC236}">
                      <a16:creationId xmlns:a16="http://schemas.microsoft.com/office/drawing/2014/main" id="{C92A2C00-E53B-F647-9F9F-85CA25B653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10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" name="Line 103">
                  <a:extLst>
                    <a:ext uri="{FF2B5EF4-FFF2-40B4-BE49-F238E27FC236}">
                      <a16:creationId xmlns:a16="http://schemas.microsoft.com/office/drawing/2014/main" id="{EEB48625-350A-6A43-9291-F2E6D7D563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392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" name="Line 104">
                  <a:extLst>
                    <a:ext uri="{FF2B5EF4-FFF2-40B4-BE49-F238E27FC236}">
                      <a16:creationId xmlns:a16="http://schemas.microsoft.com/office/drawing/2014/main" id="{0D535B98-8539-2342-A3C5-D14D361EEF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296"/>
                  <a:ext cx="96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" name="Line 105">
                  <a:extLst>
                    <a:ext uri="{FF2B5EF4-FFF2-40B4-BE49-F238E27FC236}">
                      <a16:creationId xmlns:a16="http://schemas.microsoft.com/office/drawing/2014/main" id="{1E7E35AA-FA9D-BD44-B0F9-90F255AD0E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72" y="1344"/>
                  <a:ext cx="96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" name="Line 106">
                  <a:extLst>
                    <a:ext uri="{FF2B5EF4-FFF2-40B4-BE49-F238E27FC236}">
                      <a16:creationId xmlns:a16="http://schemas.microsoft.com/office/drawing/2014/main" id="{591AE185-42C2-3C42-A1FA-3DC37B1F07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104"/>
                  <a:ext cx="288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" name="Line 107">
                  <a:extLst>
                    <a:ext uri="{FF2B5EF4-FFF2-40B4-BE49-F238E27FC236}">
                      <a16:creationId xmlns:a16="http://schemas.microsoft.com/office/drawing/2014/main" id="{FF3B6E71-780B-D749-9AD7-4CB35C5A65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1248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" name="Line 108">
                  <a:extLst>
                    <a:ext uri="{FF2B5EF4-FFF2-40B4-BE49-F238E27FC236}">
                      <a16:creationId xmlns:a16="http://schemas.microsoft.com/office/drawing/2014/main" id="{B8E423FB-DC6F-EF44-A7C1-79917093F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72" y="1440"/>
                  <a:ext cx="288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02" name="Text Box 109">
                <a:extLst>
                  <a:ext uri="{FF2B5EF4-FFF2-40B4-BE49-F238E27FC236}">
                    <a16:creationId xmlns:a16="http://schemas.microsoft.com/office/drawing/2014/main" id="{318389FE-B914-E044-AC6F-FCAC2CB63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6" y="1262"/>
                <a:ext cx="294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1882" tIns="50941" rIns="101882" bIns="50941">
                <a:spAutoFit/>
              </a:bodyPr>
              <a:lstStyle>
                <a:lvl1pPr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1pPr>
                <a:lvl2pPr marL="742950" indent="-28575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2pPr>
                <a:lvl3pPr marL="1143000" indent="-22860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3pPr>
                <a:lvl4pPr marL="1600200" indent="-22860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4pPr>
                <a:lvl5pPr marL="2057400" indent="-228600" defTabSz="1019175"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5pPr>
                <a:lvl6pPr marL="25146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6pPr>
                <a:lvl7pPr marL="29718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7pPr>
                <a:lvl8pPr marL="34290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8pPr>
                <a:lvl9pPr marL="38862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rebuchet MS" panose="020B0703020202090204" pitchFamily="34" charset="0"/>
                  </a:defRPr>
                </a:lvl9pPr>
              </a:lstStyle>
              <a:p>
                <a:r>
                  <a:rPr lang="en-US" altLang="zh-TW" sz="1100" b="1">
                    <a:latin typeface="Arial" panose="020B0604020202020204" pitchFamily="34" charset="0"/>
                    <a:ea typeface="新細明體" panose="02020500000000000000" pitchFamily="18" charset="-120"/>
                  </a:rPr>
                  <a:t> Add</a:t>
                </a:r>
              </a:p>
            </p:txBody>
          </p:sp>
        </p:grpSp>
        <p:sp>
          <p:nvSpPr>
            <p:cNvPr id="110" name="Line 110">
              <a:extLst>
                <a:ext uri="{FF2B5EF4-FFF2-40B4-BE49-F238E27FC236}">
                  <a16:creationId xmlns:a16="http://schemas.microsoft.com/office/drawing/2014/main" id="{AB18179D-FE6C-B143-9C7C-84CC0B842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868" y="5293718"/>
              <a:ext cx="3349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1" name="Line 111">
              <a:extLst>
                <a:ext uri="{FF2B5EF4-FFF2-40B4-BE49-F238E27FC236}">
                  <a16:creationId xmlns:a16="http://schemas.microsoft.com/office/drawing/2014/main" id="{42FCE6BA-4622-E641-A0E5-E056DDA5C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3831" y="3134718"/>
              <a:ext cx="0" cy="2159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2" name="Line 112">
              <a:extLst>
                <a:ext uri="{FF2B5EF4-FFF2-40B4-BE49-F238E27FC236}">
                  <a16:creationId xmlns:a16="http://schemas.microsoft.com/office/drawing/2014/main" id="{DDF80707-3E6D-864A-8A31-CBB2BF4E6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3831" y="4257080"/>
              <a:ext cx="2508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3" name="Line 113">
              <a:extLst>
                <a:ext uri="{FF2B5EF4-FFF2-40B4-BE49-F238E27FC236}">
                  <a16:creationId xmlns:a16="http://schemas.microsoft.com/office/drawing/2014/main" id="{CCBAED4B-8943-1D4A-9E8D-4D450D497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0693" y="4776193"/>
              <a:ext cx="2524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4" name="Line 114">
              <a:extLst>
                <a:ext uri="{FF2B5EF4-FFF2-40B4-BE49-F238E27FC236}">
                  <a16:creationId xmlns:a16="http://schemas.microsoft.com/office/drawing/2014/main" id="{3A3BC245-29FC-A946-B501-25898F5CA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781" y="5833101"/>
              <a:ext cx="23098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7" name="Text Box 117">
              <a:extLst>
                <a:ext uri="{FF2B5EF4-FFF2-40B4-BE49-F238E27FC236}">
                  <a16:creationId xmlns:a16="http://schemas.microsoft.com/office/drawing/2014/main" id="{E7ACE601-FB30-0948-8D12-545E6BB42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5743" y="5551799"/>
              <a:ext cx="415038" cy="281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 dirty="0">
                  <a:latin typeface="Arial" panose="020B0604020202020204" pitchFamily="34" charset="0"/>
                  <a:ea typeface="新細明體" panose="02020500000000000000" pitchFamily="18" charset="-120"/>
                </a:rPr>
                <a:t>Rd</a:t>
              </a:r>
            </a:p>
          </p:txBody>
        </p:sp>
        <p:sp>
          <p:nvSpPr>
            <p:cNvPr id="118" name="AutoShape 118">
              <a:extLst>
                <a:ext uri="{FF2B5EF4-FFF2-40B4-BE49-F238E27FC236}">
                  <a16:creationId xmlns:a16="http://schemas.microsoft.com/office/drawing/2014/main" id="{4A9D0FE9-9FA3-A646-BA6E-98EE439B2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856" y="5254030"/>
              <a:ext cx="69850" cy="73025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120" name="Rectangle 120">
              <a:extLst>
                <a:ext uri="{FF2B5EF4-FFF2-40B4-BE49-F238E27FC236}">
                  <a16:creationId xmlns:a16="http://schemas.microsoft.com/office/drawing/2014/main" id="{73D6826E-CE99-254B-ABE6-D58538F8C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24544" y="3480793"/>
              <a:ext cx="1377950" cy="1295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121" name="Line 121">
              <a:extLst>
                <a:ext uri="{FF2B5EF4-FFF2-40B4-BE49-F238E27FC236}">
                  <a16:creationId xmlns:a16="http://schemas.microsoft.com/office/drawing/2014/main" id="{67F3F3DA-2746-6544-B0A9-63AC38D65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2132" y="3134718"/>
              <a:ext cx="2508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2" name="AutoShape 122">
              <a:extLst>
                <a:ext uri="{FF2B5EF4-FFF2-40B4-BE49-F238E27FC236}">
                  <a16:creationId xmlns:a16="http://schemas.microsoft.com/office/drawing/2014/main" id="{26B7477C-1187-9946-976E-AF7D3B150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081" y="4209455"/>
              <a:ext cx="84137" cy="85725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123" name="Line 123">
              <a:extLst>
                <a:ext uri="{FF2B5EF4-FFF2-40B4-BE49-F238E27FC236}">
                  <a16:creationId xmlns:a16="http://schemas.microsoft.com/office/drawing/2014/main" id="{33549330-082E-A247-BA68-B06AC7F3B4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868" y="2271118"/>
              <a:ext cx="12096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4" name="Line 124">
              <a:extLst>
                <a:ext uri="{FF2B5EF4-FFF2-40B4-BE49-F238E27FC236}">
                  <a16:creationId xmlns:a16="http://schemas.microsoft.com/office/drawing/2014/main" id="{73B1BF35-CC4A-CD44-81D6-28D874CC5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6093" y="3653830"/>
              <a:ext cx="2524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5" name="Line 125">
              <a:extLst>
                <a:ext uri="{FF2B5EF4-FFF2-40B4-BE49-F238E27FC236}">
                  <a16:creationId xmlns:a16="http://schemas.microsoft.com/office/drawing/2014/main" id="{ED478B94-AA4E-714D-BDC7-9BE862CB8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5993" y="2271118"/>
              <a:ext cx="2514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6" name="Line 126">
              <a:extLst>
                <a:ext uri="{FF2B5EF4-FFF2-40B4-BE49-F238E27FC236}">
                  <a16:creationId xmlns:a16="http://schemas.microsoft.com/office/drawing/2014/main" id="{FC09C1A2-5D14-D043-856C-0199D7A69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5556" y="4861918"/>
              <a:ext cx="2012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7" name="Line 127">
              <a:extLst>
                <a:ext uri="{FF2B5EF4-FFF2-40B4-BE49-F238E27FC236}">
                  <a16:creationId xmlns:a16="http://schemas.microsoft.com/office/drawing/2014/main" id="{CF3C447D-85BA-DD4F-90B2-D405B1578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06" y="2012355"/>
              <a:ext cx="1682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8" name="AutoShape 128">
              <a:extLst>
                <a:ext uri="{FF2B5EF4-FFF2-40B4-BE49-F238E27FC236}">
                  <a16:creationId xmlns:a16="http://schemas.microsoft.com/office/drawing/2014/main" id="{B35EDB5E-5195-774B-A6BA-23E4EDEA4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469" y="3096618"/>
              <a:ext cx="84137" cy="87312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129" name="Line 129">
              <a:extLst>
                <a:ext uri="{FF2B5EF4-FFF2-40B4-BE49-F238E27FC236}">
                  <a16:creationId xmlns:a16="http://schemas.microsoft.com/office/drawing/2014/main" id="{6A17A0B5-2BA7-424B-B5A6-036ABB66B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3406" y="3739555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0" name="Line 130">
              <a:extLst>
                <a:ext uri="{FF2B5EF4-FFF2-40B4-BE49-F238E27FC236}">
                  <a16:creationId xmlns:a16="http://schemas.microsoft.com/office/drawing/2014/main" id="{8B615502-1CC9-774F-9C6C-1ECEC0A39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5193" y="2529880"/>
              <a:ext cx="3349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6" name="Text Box 136">
              <a:extLst>
                <a:ext uri="{FF2B5EF4-FFF2-40B4-BE49-F238E27FC236}">
                  <a16:creationId xmlns:a16="http://schemas.microsoft.com/office/drawing/2014/main" id="{8996EAB6-CB2D-8041-AE44-FFDAE6BD6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2106" y="3653830"/>
              <a:ext cx="419100" cy="741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  0</a:t>
              </a:r>
            </a:p>
            <a:p>
              <a:pPr>
                <a:spcBef>
                  <a:spcPct val="180000"/>
                </a:spcBef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  1</a:t>
              </a:r>
            </a:p>
          </p:txBody>
        </p:sp>
        <p:sp>
          <p:nvSpPr>
            <p:cNvPr id="137" name="AutoShape 137">
              <a:extLst>
                <a:ext uri="{FF2B5EF4-FFF2-40B4-BE49-F238E27FC236}">
                  <a16:creationId xmlns:a16="http://schemas.microsoft.com/office/drawing/2014/main" id="{B7B2FC8A-5C65-CB45-92AA-2D7314979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656" y="3653830"/>
              <a:ext cx="239712" cy="776288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138" name="Line 138">
              <a:extLst>
                <a:ext uri="{FF2B5EF4-FFF2-40B4-BE49-F238E27FC236}">
                  <a16:creationId xmlns:a16="http://schemas.microsoft.com/office/drawing/2014/main" id="{24F84C61-A2B9-A041-B31D-A092DF126D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5695" y="5828158"/>
              <a:ext cx="2182811" cy="49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9" name="Rectangle 139">
              <a:extLst>
                <a:ext uri="{FF2B5EF4-FFF2-40B4-BE49-F238E27FC236}">
                  <a16:creationId xmlns:a16="http://schemas.microsoft.com/office/drawing/2014/main" id="{148FAE01-D7EA-174E-BD7B-6C58162E1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8506" y="2012355"/>
              <a:ext cx="166687" cy="4144963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140" name="Line 140">
              <a:extLst>
                <a:ext uri="{FF2B5EF4-FFF2-40B4-BE49-F238E27FC236}">
                  <a16:creationId xmlns:a16="http://schemas.microsoft.com/office/drawing/2014/main" id="{FE50F7AE-68A1-B642-95AB-05563724C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5193" y="4861918"/>
              <a:ext cx="419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41" name="Rectangle 141">
              <a:extLst>
                <a:ext uri="{FF2B5EF4-FFF2-40B4-BE49-F238E27FC236}">
                  <a16:creationId xmlns:a16="http://schemas.microsoft.com/office/drawing/2014/main" id="{14E1053F-D473-A342-9106-63306FAC5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4006" y="2012355"/>
              <a:ext cx="166687" cy="4144963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142" name="Line 142">
              <a:extLst>
                <a:ext uri="{FF2B5EF4-FFF2-40B4-BE49-F238E27FC236}">
                  <a16:creationId xmlns:a16="http://schemas.microsoft.com/office/drawing/2014/main" id="{B71C4D1A-9EAB-FD43-82EF-A4F9272BF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5193" y="5812830"/>
              <a:ext cx="1928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43" name="Line 143">
              <a:extLst>
                <a:ext uri="{FF2B5EF4-FFF2-40B4-BE49-F238E27FC236}">
                  <a16:creationId xmlns:a16="http://schemas.microsoft.com/office/drawing/2014/main" id="{87B6779E-4343-9844-B1C9-3DB076C38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0693" y="5812830"/>
              <a:ext cx="2524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44" name="Line 144">
              <a:extLst>
                <a:ext uri="{FF2B5EF4-FFF2-40B4-BE49-F238E27FC236}">
                  <a16:creationId xmlns:a16="http://schemas.microsoft.com/office/drawing/2014/main" id="{8E639E0D-6997-3B47-8ED0-56C8C0C96D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13106" y="5812830"/>
              <a:ext cx="0" cy="517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45" name="Line 145">
              <a:extLst>
                <a:ext uri="{FF2B5EF4-FFF2-40B4-BE49-F238E27FC236}">
                  <a16:creationId xmlns:a16="http://schemas.microsoft.com/office/drawing/2014/main" id="{42410FFD-9B06-CD40-A32E-E6CA40087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956" y="6330355"/>
              <a:ext cx="7042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46" name="Rectangle 146">
              <a:extLst>
                <a:ext uri="{FF2B5EF4-FFF2-40B4-BE49-F238E27FC236}">
                  <a16:creationId xmlns:a16="http://schemas.microsoft.com/office/drawing/2014/main" id="{F2A7BBB3-0402-1C41-B3F6-90643CB05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9306" y="2012355"/>
              <a:ext cx="166687" cy="4144963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147" name="Text Box 147">
              <a:extLst>
                <a:ext uri="{FF2B5EF4-FFF2-40B4-BE49-F238E27FC236}">
                  <a16:creationId xmlns:a16="http://schemas.microsoft.com/office/drawing/2014/main" id="{BAA78FF1-5A23-B245-B881-4B4F4FA48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1031" y="1753593"/>
              <a:ext cx="50482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IF/ID</a:t>
              </a:r>
            </a:p>
          </p:txBody>
        </p:sp>
        <p:sp>
          <p:nvSpPr>
            <p:cNvPr id="148" name="Text Box 148">
              <a:extLst>
                <a:ext uri="{FF2B5EF4-FFF2-40B4-BE49-F238E27FC236}">
                  <a16:creationId xmlns:a16="http://schemas.microsoft.com/office/drawing/2014/main" id="{F3793734-B710-6E42-8F1B-D1F228DDD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3906" y="1753593"/>
              <a:ext cx="56832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ID/EX</a:t>
              </a:r>
            </a:p>
          </p:txBody>
        </p:sp>
        <p:sp>
          <p:nvSpPr>
            <p:cNvPr id="149" name="Text Box 149">
              <a:extLst>
                <a:ext uri="{FF2B5EF4-FFF2-40B4-BE49-F238E27FC236}">
                  <a16:creationId xmlns:a16="http://schemas.microsoft.com/office/drawing/2014/main" id="{C1D1F1B0-63DD-A441-B5F7-AA3507959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1956" y="1753593"/>
              <a:ext cx="75406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EX/MEM</a:t>
              </a:r>
            </a:p>
          </p:txBody>
        </p:sp>
        <p:sp>
          <p:nvSpPr>
            <p:cNvPr id="150" name="Text Box 150">
              <a:extLst>
                <a:ext uri="{FF2B5EF4-FFF2-40B4-BE49-F238E27FC236}">
                  <a16:creationId xmlns:a16="http://schemas.microsoft.com/office/drawing/2014/main" id="{6E52ACAB-9D69-9646-941B-60C9068E8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7456" y="1753593"/>
              <a:ext cx="79216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MEM/WB</a:t>
              </a:r>
            </a:p>
          </p:txBody>
        </p:sp>
        <p:sp>
          <p:nvSpPr>
            <p:cNvPr id="151" name="Line 151">
              <a:extLst>
                <a:ext uri="{FF2B5EF4-FFF2-40B4-BE49-F238E27FC236}">
                  <a16:creationId xmlns:a16="http://schemas.microsoft.com/office/drawing/2014/main" id="{FD5B6E74-04F8-CE43-AE84-FBC80F323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6068" y="1005880"/>
              <a:ext cx="2508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52" name="Line 152">
              <a:extLst>
                <a:ext uri="{FF2B5EF4-FFF2-40B4-BE49-F238E27FC236}">
                  <a16:creationId xmlns:a16="http://schemas.microsoft.com/office/drawing/2014/main" id="{0056372E-0273-D34E-8B6B-51F6843D5B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2418" y="696318"/>
              <a:ext cx="60340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53" name="Text Box 153">
              <a:extLst>
                <a:ext uri="{FF2B5EF4-FFF2-40B4-BE49-F238E27FC236}">
                  <a16:creationId xmlns:a16="http://schemas.microsoft.com/office/drawing/2014/main" id="{0C8B0B4A-51D9-5447-AE0B-0389ADA49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956" y="561380"/>
              <a:ext cx="280987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  <a:p>
              <a:pPr>
                <a:spcBef>
                  <a:spcPct val="80000"/>
                </a:spcBef>
              </a:pPr>
              <a:r>
                <a:rPr lang="en-US" altLang="zh-TW" sz="1100">
                  <a:latin typeface="Arial" panose="020B0604020202020204" pitchFamily="34" charset="0"/>
                  <a:ea typeface="新細明體" panose="02020500000000000000" pitchFamily="18" charset="-120"/>
                </a:rPr>
                <a:t>0</a:t>
              </a:r>
            </a:p>
          </p:txBody>
        </p:sp>
        <p:sp>
          <p:nvSpPr>
            <p:cNvPr id="154" name="AutoShape 154">
              <a:extLst>
                <a:ext uri="{FF2B5EF4-FFF2-40B4-BE49-F238E27FC236}">
                  <a16:creationId xmlns:a16="http://schemas.microsoft.com/office/drawing/2014/main" id="{90C5B4B9-6049-5746-800B-8016FB152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006" y="548680"/>
              <a:ext cx="238125" cy="604838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155" name="Line 155">
              <a:extLst>
                <a:ext uri="{FF2B5EF4-FFF2-40B4-BE49-F238E27FC236}">
                  <a16:creationId xmlns:a16="http://schemas.microsoft.com/office/drawing/2014/main" id="{CD5C39E0-62EA-F04E-B0A8-77364DD55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831" y="1166218"/>
              <a:ext cx="0" cy="173037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56" name="Text Box 156">
              <a:extLst>
                <a:ext uri="{FF2B5EF4-FFF2-40B4-BE49-F238E27FC236}">
                  <a16:creationId xmlns:a16="http://schemas.microsoft.com/office/drawing/2014/main" id="{8C4AA532-C457-7947-A577-BF1C15DE8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18" y="1326555"/>
              <a:ext cx="608013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r>
                <a:rPr lang="en-US" altLang="zh-TW" sz="1100">
                  <a:solidFill>
                    <a:srgbClr val="3333FF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PCSrc</a:t>
              </a:r>
            </a:p>
          </p:txBody>
        </p:sp>
        <p:sp>
          <p:nvSpPr>
            <p:cNvPr id="157" name="Line 157">
              <a:extLst>
                <a:ext uri="{FF2B5EF4-FFF2-40B4-BE49-F238E27FC236}">
                  <a16:creationId xmlns:a16="http://schemas.microsoft.com/office/drawing/2014/main" id="{1B1C5BE1-20FD-1E41-B95A-01B058A2E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2132" y="696318"/>
              <a:ext cx="5857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58" name="Line 158">
              <a:extLst>
                <a:ext uri="{FF2B5EF4-FFF2-40B4-BE49-F238E27FC236}">
                  <a16:creationId xmlns:a16="http://schemas.microsoft.com/office/drawing/2014/main" id="{B248F5D7-0281-B34C-B0D3-7331E69D6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2132" y="683618"/>
              <a:ext cx="0" cy="1587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59" name="Line 159">
              <a:extLst>
                <a:ext uri="{FF2B5EF4-FFF2-40B4-BE49-F238E27FC236}">
                  <a16:creationId xmlns:a16="http://schemas.microsoft.com/office/drawing/2014/main" id="{76BD11A8-13C9-7A42-86AD-673D36C539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16893" y="993180"/>
              <a:ext cx="0" cy="12779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60" name="Line 160">
              <a:extLst>
                <a:ext uri="{FF2B5EF4-FFF2-40B4-BE49-F238E27FC236}">
                  <a16:creationId xmlns:a16="http://schemas.microsoft.com/office/drawing/2014/main" id="{8A44017B-D87F-9448-AEED-C4C35A8CA1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0156" y="689968"/>
              <a:ext cx="0" cy="1839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61" name="Text Box 161">
              <a:extLst>
                <a:ext uri="{FF2B5EF4-FFF2-40B4-BE49-F238E27FC236}">
                  <a16:creationId xmlns:a16="http://schemas.microsoft.com/office/drawing/2014/main" id="{928B52F9-1B5B-764F-8C29-3EB6DEB4E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0882" y="2350493"/>
              <a:ext cx="304800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882" tIns="50941" rIns="101882" bIns="50941">
              <a:spAutoFit/>
            </a:bodyPr>
            <a:lstStyle>
              <a:lvl1pPr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1pPr>
              <a:lvl2pPr marL="742950" indent="-28575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2pPr>
              <a:lvl3pPr marL="11430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3pPr>
              <a:lvl4pPr marL="16002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4pPr>
              <a:lvl5pPr marL="2057400" indent="-228600" defTabSz="1019175"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5pPr>
              <a:lvl6pPr marL="25146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6pPr>
              <a:lvl7pPr marL="29718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7pPr>
              <a:lvl8pPr marL="34290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8pPr>
              <a:lvl9pPr marL="3886200" indent="-22860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rebuchet MS" panose="020B0703020202090204" pitchFamily="34" charset="0"/>
                </a:defRPr>
              </a:lvl9pPr>
            </a:lstStyle>
            <a:p>
              <a:pPr algn="ctr"/>
              <a:r>
                <a:rPr lang="en-US" altLang="zh-TW" sz="1100" b="1">
                  <a:latin typeface="Arial" panose="020B0604020202020204" pitchFamily="34" charset="0"/>
                  <a:ea typeface="新細明體" panose="02020500000000000000" pitchFamily="18" charset="-120"/>
                </a:rPr>
                <a:t>P</a:t>
              </a:r>
            </a:p>
            <a:p>
              <a:pPr algn="ctr"/>
              <a:r>
                <a:rPr lang="en-US" altLang="zh-TW" sz="1100" b="1">
                  <a:latin typeface="Arial" panose="020B0604020202020204" pitchFamily="34" charset="0"/>
                  <a:ea typeface="新細明體" panose="02020500000000000000" pitchFamily="18" charset="-12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415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0A0B8975DEDD9D408BDB2D49647FBEFA" ma:contentTypeVersion="8" ma:contentTypeDescription="建立新的文件。" ma:contentTypeScope="" ma:versionID="c3e9c9b551e6b458d199f6a24546cab6">
  <xsd:schema xmlns:xsd="http://www.w3.org/2001/XMLSchema" xmlns:xs="http://www.w3.org/2001/XMLSchema" xmlns:p="http://schemas.microsoft.com/office/2006/metadata/properties" xmlns:ns2="477e5f7e-ea82-413e-9bbb-451b4cd0aa07" xmlns:ns3="69b20e69-3800-4946-ab55-03745fe7b1f9" targetNamespace="http://schemas.microsoft.com/office/2006/metadata/properties" ma:root="true" ma:fieldsID="bd37543be0e031847c4f393f6336614a" ns2:_="" ns3:_="">
    <xsd:import namespace="477e5f7e-ea82-413e-9bbb-451b4cd0aa07"/>
    <xsd:import namespace="69b20e69-3800-4946-ab55-03745fe7b1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e5f7e-ea82-413e-9bbb-451b4cd0aa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20e69-3800-4946-ab55-03745fe7b1f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9BC3EC-A71E-422C-A165-120E9B94861B}"/>
</file>

<file path=customXml/itemProps2.xml><?xml version="1.0" encoding="utf-8"?>
<ds:datastoreItem xmlns:ds="http://schemas.openxmlformats.org/officeDocument/2006/customXml" ds:itemID="{E71C282A-5F9C-4D5C-813E-2D5769A520EA}"/>
</file>

<file path=customXml/itemProps3.xml><?xml version="1.0" encoding="utf-8"?>
<ds:datastoreItem xmlns:ds="http://schemas.openxmlformats.org/officeDocument/2006/customXml" ds:itemID="{50AA2313-2E62-496A-A408-D7E195ACBB9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31733</TotalTime>
  <Words>80</Words>
  <Application>Microsoft Macintosh PowerPoint</Application>
  <PresentationFormat>如螢幕大小 (4:3)</PresentationFormat>
  <Paragraphs>60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Trebuchet MS</vt:lpstr>
      <vt:lpstr>Office 佈景主題</vt:lpstr>
      <vt:lpstr>PowerPoint 簡報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Peter Ashenden</dc:creator>
  <cp:lastModifiedBy>劉靖家</cp:lastModifiedBy>
  <cp:revision>561</cp:revision>
  <dcterms:created xsi:type="dcterms:W3CDTF">2008-08-25T10:09:57Z</dcterms:created>
  <dcterms:modified xsi:type="dcterms:W3CDTF">2020-12-01T06:08:03Z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0x0101000A0B8975DEDD9D408BDB2D49647FBEFA</vt:lpwstr>
  </property>
</Properties>
</file>